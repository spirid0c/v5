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sldIdLst>
    <p:sldId id="256" r:id="rId2"/>
  </p:sldIdLst>
  <p:sldSz cx="25452388" cy="359997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61AD"/>
    <a:srgbClr val="3A69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74"/>
    <p:restoredTop sz="97030"/>
  </p:normalViewPr>
  <p:slideViewPr>
    <p:cSldViewPr snapToGrid="0">
      <p:cViewPr varScale="1">
        <p:scale>
          <a:sx n="23" d="100"/>
          <a:sy n="23" d="100"/>
        </p:scale>
        <p:origin x="3816" y="32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908929" y="5891626"/>
            <a:ext cx="21634530" cy="12533242"/>
          </a:xfrm>
        </p:spPr>
        <p:txBody>
          <a:bodyPr anchor="b"/>
          <a:lstStyle>
            <a:lvl1pPr algn="ctr">
              <a:defRPr sz="16701"/>
            </a:lvl1pPr>
          </a:lstStyle>
          <a:p>
            <a:r>
              <a:rPr lang="fr-FR"/>
              <a:t>Modifiez le style du titre</a:t>
            </a:r>
            <a:endParaRPr lang="en-US" dirty="0"/>
          </a:p>
        </p:txBody>
      </p:sp>
      <p:sp>
        <p:nvSpPr>
          <p:cNvPr id="3" name="Subtitle 2"/>
          <p:cNvSpPr>
            <a:spLocks noGrp="1"/>
          </p:cNvSpPr>
          <p:nvPr>
            <p:ph type="subTitle" idx="1"/>
          </p:nvPr>
        </p:nvSpPr>
        <p:spPr>
          <a:xfrm>
            <a:off x="3181549" y="18908198"/>
            <a:ext cx="19089291" cy="8691601"/>
          </a:xfrm>
        </p:spPr>
        <p:txBody>
          <a:bodyPr/>
          <a:lstStyle>
            <a:lvl1pPr marL="0" indent="0" algn="ctr">
              <a:buNone/>
              <a:defRPr sz="6680"/>
            </a:lvl1pPr>
            <a:lvl2pPr marL="1272616" indent="0" algn="ctr">
              <a:buNone/>
              <a:defRPr sz="5567"/>
            </a:lvl2pPr>
            <a:lvl3pPr marL="2545232" indent="0" algn="ctr">
              <a:buNone/>
              <a:defRPr sz="5010"/>
            </a:lvl3pPr>
            <a:lvl4pPr marL="3817849" indent="0" algn="ctr">
              <a:buNone/>
              <a:defRPr sz="4454"/>
            </a:lvl4pPr>
            <a:lvl5pPr marL="5090465" indent="0" algn="ctr">
              <a:buNone/>
              <a:defRPr sz="4454"/>
            </a:lvl5pPr>
            <a:lvl6pPr marL="6363081" indent="0" algn="ctr">
              <a:buNone/>
              <a:defRPr sz="4454"/>
            </a:lvl6pPr>
            <a:lvl7pPr marL="7635697" indent="0" algn="ctr">
              <a:buNone/>
              <a:defRPr sz="4454"/>
            </a:lvl7pPr>
            <a:lvl8pPr marL="8908313" indent="0" algn="ctr">
              <a:buNone/>
              <a:defRPr sz="4454"/>
            </a:lvl8pPr>
            <a:lvl9pPr marL="10180930" indent="0" algn="ctr">
              <a:buNone/>
              <a:defRPr sz="4454"/>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698D4EC1-63B4-3B4C-A8CD-18DA5B51B954}" type="datetimeFigureOut">
              <a:rPr lang="en-JP" smtClean="0"/>
              <a:t>2025/11/04</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0904CDCD-4125-AB45-BEA0-31105729B4EB}" type="slidenum">
              <a:rPr lang="en-JP" smtClean="0"/>
              <a:t>‹#›</a:t>
            </a:fld>
            <a:endParaRPr lang="en-JP"/>
          </a:p>
        </p:txBody>
      </p:sp>
    </p:spTree>
    <p:extLst>
      <p:ext uri="{BB962C8B-B14F-4D97-AF65-F5344CB8AC3E}">
        <p14:creationId xmlns:p14="http://schemas.microsoft.com/office/powerpoint/2010/main" val="4202383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98D4EC1-63B4-3B4C-A8CD-18DA5B51B954}" type="datetimeFigureOut">
              <a:rPr lang="en-JP" smtClean="0"/>
              <a:t>2025/11/04</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0904CDCD-4125-AB45-BEA0-31105729B4EB}" type="slidenum">
              <a:rPr lang="en-JP" smtClean="0"/>
              <a:t>‹#›</a:t>
            </a:fld>
            <a:endParaRPr lang="en-JP"/>
          </a:p>
        </p:txBody>
      </p:sp>
    </p:spTree>
    <p:extLst>
      <p:ext uri="{BB962C8B-B14F-4D97-AF65-F5344CB8AC3E}">
        <p14:creationId xmlns:p14="http://schemas.microsoft.com/office/powerpoint/2010/main" val="4206075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736596" y="8974945"/>
            <a:ext cx="21952685" cy="14974888"/>
          </a:xfrm>
        </p:spPr>
        <p:txBody>
          <a:bodyPr anchor="b"/>
          <a:lstStyle>
            <a:lvl1pPr>
              <a:defRPr sz="16701"/>
            </a:lvl1pPr>
          </a:lstStyle>
          <a:p>
            <a:r>
              <a:rPr lang="fr-FR"/>
              <a:t>Modifiez le style du titre</a:t>
            </a:r>
            <a:endParaRPr lang="en-US" dirty="0"/>
          </a:p>
        </p:txBody>
      </p:sp>
      <p:sp>
        <p:nvSpPr>
          <p:cNvPr id="3" name="Text Placeholder 2"/>
          <p:cNvSpPr>
            <a:spLocks noGrp="1"/>
          </p:cNvSpPr>
          <p:nvPr>
            <p:ph type="body" idx="1"/>
          </p:nvPr>
        </p:nvSpPr>
        <p:spPr>
          <a:xfrm>
            <a:off x="1736596" y="24091502"/>
            <a:ext cx="21952685" cy="7874940"/>
          </a:xfrm>
        </p:spPr>
        <p:txBody>
          <a:bodyPr/>
          <a:lstStyle>
            <a:lvl1pPr marL="0" indent="0">
              <a:buNone/>
              <a:defRPr sz="6680">
                <a:solidFill>
                  <a:schemeClr val="tx1"/>
                </a:solidFill>
              </a:defRPr>
            </a:lvl1pPr>
            <a:lvl2pPr marL="1272616" indent="0">
              <a:buNone/>
              <a:defRPr sz="5567">
                <a:solidFill>
                  <a:schemeClr val="tx1">
                    <a:tint val="75000"/>
                  </a:schemeClr>
                </a:solidFill>
              </a:defRPr>
            </a:lvl2pPr>
            <a:lvl3pPr marL="2545232" indent="0">
              <a:buNone/>
              <a:defRPr sz="5010">
                <a:solidFill>
                  <a:schemeClr val="tx1">
                    <a:tint val="75000"/>
                  </a:schemeClr>
                </a:solidFill>
              </a:defRPr>
            </a:lvl3pPr>
            <a:lvl4pPr marL="3817849" indent="0">
              <a:buNone/>
              <a:defRPr sz="4454">
                <a:solidFill>
                  <a:schemeClr val="tx1">
                    <a:tint val="75000"/>
                  </a:schemeClr>
                </a:solidFill>
              </a:defRPr>
            </a:lvl4pPr>
            <a:lvl5pPr marL="5090465" indent="0">
              <a:buNone/>
              <a:defRPr sz="4454">
                <a:solidFill>
                  <a:schemeClr val="tx1">
                    <a:tint val="75000"/>
                  </a:schemeClr>
                </a:solidFill>
              </a:defRPr>
            </a:lvl5pPr>
            <a:lvl6pPr marL="6363081" indent="0">
              <a:buNone/>
              <a:defRPr sz="4454">
                <a:solidFill>
                  <a:schemeClr val="tx1">
                    <a:tint val="75000"/>
                  </a:schemeClr>
                </a:solidFill>
              </a:defRPr>
            </a:lvl6pPr>
            <a:lvl7pPr marL="7635697" indent="0">
              <a:buNone/>
              <a:defRPr sz="4454">
                <a:solidFill>
                  <a:schemeClr val="tx1">
                    <a:tint val="75000"/>
                  </a:schemeClr>
                </a:solidFill>
              </a:defRPr>
            </a:lvl7pPr>
            <a:lvl8pPr marL="8908313" indent="0">
              <a:buNone/>
              <a:defRPr sz="4454">
                <a:solidFill>
                  <a:schemeClr val="tx1">
                    <a:tint val="75000"/>
                  </a:schemeClr>
                </a:solidFill>
              </a:defRPr>
            </a:lvl8pPr>
            <a:lvl9pPr marL="10180930" indent="0">
              <a:buNone/>
              <a:defRPr sz="4454">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698D4EC1-63B4-3B4C-A8CD-18DA5B51B954}" type="datetimeFigureOut">
              <a:rPr lang="en-JP" smtClean="0"/>
              <a:t>2025/11/04</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0904CDCD-4125-AB45-BEA0-31105729B4EB}" type="slidenum">
              <a:rPr lang="en-JP" smtClean="0"/>
              <a:t>‹#›</a:t>
            </a:fld>
            <a:endParaRPr lang="en-JP"/>
          </a:p>
        </p:txBody>
      </p:sp>
    </p:spTree>
    <p:extLst>
      <p:ext uri="{BB962C8B-B14F-4D97-AF65-F5344CB8AC3E}">
        <p14:creationId xmlns:p14="http://schemas.microsoft.com/office/powerpoint/2010/main" val="2413496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749852" y="9583264"/>
            <a:ext cx="10817265" cy="2284150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12885271" y="9583264"/>
            <a:ext cx="10817265" cy="2284150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698D4EC1-63B4-3B4C-A8CD-18DA5B51B954}" type="datetimeFigureOut">
              <a:rPr lang="en-JP" smtClean="0"/>
              <a:t>2025/11/04</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0904CDCD-4125-AB45-BEA0-31105729B4EB}" type="slidenum">
              <a:rPr lang="en-JP" smtClean="0"/>
              <a:t>‹#›</a:t>
            </a:fld>
            <a:endParaRPr lang="en-JP"/>
          </a:p>
        </p:txBody>
      </p:sp>
    </p:spTree>
    <p:extLst>
      <p:ext uri="{BB962C8B-B14F-4D97-AF65-F5344CB8AC3E}">
        <p14:creationId xmlns:p14="http://schemas.microsoft.com/office/powerpoint/2010/main" val="1238822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753167" y="1916661"/>
            <a:ext cx="21952685" cy="6958285"/>
          </a:xfrm>
        </p:spPr>
        <p:txBody>
          <a:bodyPr/>
          <a:lstStyle/>
          <a:p>
            <a:r>
              <a:rPr lang="fr-FR"/>
              <a:t>Modifiez le style du titre</a:t>
            </a:r>
            <a:endParaRPr lang="en-US" dirty="0"/>
          </a:p>
        </p:txBody>
      </p:sp>
      <p:sp>
        <p:nvSpPr>
          <p:cNvPr id="3" name="Text Placeholder 2"/>
          <p:cNvSpPr>
            <a:spLocks noGrp="1"/>
          </p:cNvSpPr>
          <p:nvPr>
            <p:ph type="body" idx="1"/>
          </p:nvPr>
        </p:nvSpPr>
        <p:spPr>
          <a:xfrm>
            <a:off x="1753170" y="8824938"/>
            <a:ext cx="10767551" cy="4324966"/>
          </a:xfrm>
        </p:spPr>
        <p:txBody>
          <a:bodyPr anchor="b"/>
          <a:lstStyle>
            <a:lvl1pPr marL="0" indent="0">
              <a:buNone/>
              <a:defRPr sz="6680" b="1"/>
            </a:lvl1pPr>
            <a:lvl2pPr marL="1272616" indent="0">
              <a:buNone/>
              <a:defRPr sz="5567" b="1"/>
            </a:lvl2pPr>
            <a:lvl3pPr marL="2545232" indent="0">
              <a:buNone/>
              <a:defRPr sz="5010" b="1"/>
            </a:lvl3pPr>
            <a:lvl4pPr marL="3817849" indent="0">
              <a:buNone/>
              <a:defRPr sz="4454" b="1"/>
            </a:lvl4pPr>
            <a:lvl5pPr marL="5090465" indent="0">
              <a:buNone/>
              <a:defRPr sz="4454" b="1"/>
            </a:lvl5pPr>
            <a:lvl6pPr marL="6363081" indent="0">
              <a:buNone/>
              <a:defRPr sz="4454" b="1"/>
            </a:lvl6pPr>
            <a:lvl7pPr marL="7635697" indent="0">
              <a:buNone/>
              <a:defRPr sz="4454" b="1"/>
            </a:lvl7pPr>
            <a:lvl8pPr marL="8908313" indent="0">
              <a:buNone/>
              <a:defRPr sz="4454" b="1"/>
            </a:lvl8pPr>
            <a:lvl9pPr marL="10180930" indent="0">
              <a:buNone/>
              <a:defRPr sz="4454" b="1"/>
            </a:lvl9pPr>
          </a:lstStyle>
          <a:p>
            <a:pPr lvl="0"/>
            <a:r>
              <a:rPr lang="fr-FR"/>
              <a:t>Cliquez pour modifier les styles du texte du masque</a:t>
            </a:r>
          </a:p>
        </p:txBody>
      </p:sp>
      <p:sp>
        <p:nvSpPr>
          <p:cNvPr id="4" name="Content Placeholder 3"/>
          <p:cNvSpPr>
            <a:spLocks noGrp="1"/>
          </p:cNvSpPr>
          <p:nvPr>
            <p:ph sz="half" idx="2"/>
          </p:nvPr>
        </p:nvSpPr>
        <p:spPr>
          <a:xfrm>
            <a:off x="1753170" y="13149904"/>
            <a:ext cx="10767551" cy="1934152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12885273" y="8824938"/>
            <a:ext cx="10820580" cy="4324966"/>
          </a:xfrm>
        </p:spPr>
        <p:txBody>
          <a:bodyPr anchor="b"/>
          <a:lstStyle>
            <a:lvl1pPr marL="0" indent="0">
              <a:buNone/>
              <a:defRPr sz="6680" b="1"/>
            </a:lvl1pPr>
            <a:lvl2pPr marL="1272616" indent="0">
              <a:buNone/>
              <a:defRPr sz="5567" b="1"/>
            </a:lvl2pPr>
            <a:lvl3pPr marL="2545232" indent="0">
              <a:buNone/>
              <a:defRPr sz="5010" b="1"/>
            </a:lvl3pPr>
            <a:lvl4pPr marL="3817849" indent="0">
              <a:buNone/>
              <a:defRPr sz="4454" b="1"/>
            </a:lvl4pPr>
            <a:lvl5pPr marL="5090465" indent="0">
              <a:buNone/>
              <a:defRPr sz="4454" b="1"/>
            </a:lvl5pPr>
            <a:lvl6pPr marL="6363081" indent="0">
              <a:buNone/>
              <a:defRPr sz="4454" b="1"/>
            </a:lvl6pPr>
            <a:lvl7pPr marL="7635697" indent="0">
              <a:buNone/>
              <a:defRPr sz="4454" b="1"/>
            </a:lvl7pPr>
            <a:lvl8pPr marL="8908313" indent="0">
              <a:buNone/>
              <a:defRPr sz="4454" b="1"/>
            </a:lvl8pPr>
            <a:lvl9pPr marL="10180930" indent="0">
              <a:buNone/>
              <a:defRPr sz="4454" b="1"/>
            </a:lvl9pPr>
          </a:lstStyle>
          <a:p>
            <a:pPr lvl="0"/>
            <a:r>
              <a:rPr lang="fr-FR"/>
              <a:t>Cliquez pour modifier les styles du texte du masque</a:t>
            </a:r>
          </a:p>
        </p:txBody>
      </p:sp>
      <p:sp>
        <p:nvSpPr>
          <p:cNvPr id="6" name="Content Placeholder 5"/>
          <p:cNvSpPr>
            <a:spLocks noGrp="1"/>
          </p:cNvSpPr>
          <p:nvPr>
            <p:ph sz="quarter" idx="4"/>
          </p:nvPr>
        </p:nvSpPr>
        <p:spPr>
          <a:xfrm>
            <a:off x="12885273" y="13149904"/>
            <a:ext cx="10820580" cy="1934152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698D4EC1-63B4-3B4C-A8CD-18DA5B51B954}" type="datetimeFigureOut">
              <a:rPr lang="en-JP" smtClean="0"/>
              <a:t>2025/11/04</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0904CDCD-4125-AB45-BEA0-31105729B4EB}" type="slidenum">
              <a:rPr lang="en-JP" smtClean="0"/>
              <a:t>‹#›</a:t>
            </a:fld>
            <a:endParaRPr lang="en-JP"/>
          </a:p>
        </p:txBody>
      </p:sp>
    </p:spTree>
    <p:extLst>
      <p:ext uri="{BB962C8B-B14F-4D97-AF65-F5344CB8AC3E}">
        <p14:creationId xmlns:p14="http://schemas.microsoft.com/office/powerpoint/2010/main" val="1619133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698D4EC1-63B4-3B4C-A8CD-18DA5B51B954}" type="datetimeFigureOut">
              <a:rPr lang="en-JP" smtClean="0"/>
              <a:t>2025/11/04</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0904CDCD-4125-AB45-BEA0-31105729B4EB}" type="slidenum">
              <a:rPr lang="en-JP" smtClean="0"/>
              <a:t>‹#›</a:t>
            </a:fld>
            <a:endParaRPr lang="en-JP"/>
          </a:p>
        </p:txBody>
      </p:sp>
    </p:spTree>
    <p:extLst>
      <p:ext uri="{BB962C8B-B14F-4D97-AF65-F5344CB8AC3E}">
        <p14:creationId xmlns:p14="http://schemas.microsoft.com/office/powerpoint/2010/main" val="3704025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8D4EC1-63B4-3B4C-A8CD-18DA5B51B954}" type="datetimeFigureOut">
              <a:rPr lang="en-JP" smtClean="0"/>
              <a:t>2025/11/04</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0904CDCD-4125-AB45-BEA0-31105729B4EB}" type="slidenum">
              <a:rPr lang="en-JP" smtClean="0"/>
              <a:t>‹#›</a:t>
            </a:fld>
            <a:endParaRPr lang="en-JP"/>
          </a:p>
        </p:txBody>
      </p:sp>
    </p:spTree>
    <p:extLst>
      <p:ext uri="{BB962C8B-B14F-4D97-AF65-F5344CB8AC3E}">
        <p14:creationId xmlns:p14="http://schemas.microsoft.com/office/powerpoint/2010/main" val="2071004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753167" y="2399982"/>
            <a:ext cx="8209058" cy="8399939"/>
          </a:xfrm>
        </p:spPr>
        <p:txBody>
          <a:bodyPr anchor="b"/>
          <a:lstStyle>
            <a:lvl1pPr>
              <a:defRPr sz="8907"/>
            </a:lvl1pPr>
          </a:lstStyle>
          <a:p>
            <a:r>
              <a:rPr lang="fr-FR"/>
              <a:t>Modifiez le style du titre</a:t>
            </a:r>
            <a:endParaRPr lang="en-US" dirty="0"/>
          </a:p>
        </p:txBody>
      </p:sp>
      <p:sp>
        <p:nvSpPr>
          <p:cNvPr id="3" name="Content Placeholder 2"/>
          <p:cNvSpPr>
            <a:spLocks noGrp="1"/>
          </p:cNvSpPr>
          <p:nvPr>
            <p:ph idx="1"/>
          </p:nvPr>
        </p:nvSpPr>
        <p:spPr>
          <a:xfrm>
            <a:off x="10820580" y="5183304"/>
            <a:ext cx="12885271" cy="25583147"/>
          </a:xfrm>
        </p:spPr>
        <p:txBody>
          <a:bodyPr/>
          <a:lstStyle>
            <a:lvl1pPr>
              <a:defRPr sz="8907"/>
            </a:lvl1pPr>
            <a:lvl2pPr>
              <a:defRPr sz="7794"/>
            </a:lvl2pPr>
            <a:lvl3pPr>
              <a:defRPr sz="6680"/>
            </a:lvl3pPr>
            <a:lvl4pPr>
              <a:defRPr sz="5567"/>
            </a:lvl4pPr>
            <a:lvl5pPr>
              <a:defRPr sz="5567"/>
            </a:lvl5pPr>
            <a:lvl6pPr>
              <a:defRPr sz="5567"/>
            </a:lvl6pPr>
            <a:lvl7pPr>
              <a:defRPr sz="5567"/>
            </a:lvl7pPr>
            <a:lvl8pPr>
              <a:defRPr sz="5567"/>
            </a:lvl8pPr>
            <a:lvl9pPr>
              <a:defRPr sz="5567"/>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753167" y="10799922"/>
            <a:ext cx="8209058" cy="20008190"/>
          </a:xfrm>
        </p:spPr>
        <p:txBody>
          <a:bodyPr/>
          <a:lstStyle>
            <a:lvl1pPr marL="0" indent="0">
              <a:buNone/>
              <a:defRPr sz="4454"/>
            </a:lvl1pPr>
            <a:lvl2pPr marL="1272616" indent="0">
              <a:buNone/>
              <a:defRPr sz="3897"/>
            </a:lvl2pPr>
            <a:lvl3pPr marL="2545232" indent="0">
              <a:buNone/>
              <a:defRPr sz="3340"/>
            </a:lvl3pPr>
            <a:lvl4pPr marL="3817849" indent="0">
              <a:buNone/>
              <a:defRPr sz="2784"/>
            </a:lvl4pPr>
            <a:lvl5pPr marL="5090465" indent="0">
              <a:buNone/>
              <a:defRPr sz="2784"/>
            </a:lvl5pPr>
            <a:lvl6pPr marL="6363081" indent="0">
              <a:buNone/>
              <a:defRPr sz="2784"/>
            </a:lvl6pPr>
            <a:lvl7pPr marL="7635697" indent="0">
              <a:buNone/>
              <a:defRPr sz="2784"/>
            </a:lvl7pPr>
            <a:lvl8pPr marL="8908313" indent="0">
              <a:buNone/>
              <a:defRPr sz="2784"/>
            </a:lvl8pPr>
            <a:lvl9pPr marL="10180930" indent="0">
              <a:buNone/>
              <a:defRPr sz="2784"/>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698D4EC1-63B4-3B4C-A8CD-18DA5B51B954}" type="datetimeFigureOut">
              <a:rPr lang="en-JP" smtClean="0"/>
              <a:t>2025/11/04</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0904CDCD-4125-AB45-BEA0-31105729B4EB}" type="slidenum">
              <a:rPr lang="en-JP" smtClean="0"/>
              <a:t>‹#›</a:t>
            </a:fld>
            <a:endParaRPr lang="en-JP"/>
          </a:p>
        </p:txBody>
      </p:sp>
    </p:spTree>
    <p:extLst>
      <p:ext uri="{BB962C8B-B14F-4D97-AF65-F5344CB8AC3E}">
        <p14:creationId xmlns:p14="http://schemas.microsoft.com/office/powerpoint/2010/main" val="3754153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753167" y="2399982"/>
            <a:ext cx="8209058" cy="8399939"/>
          </a:xfrm>
        </p:spPr>
        <p:txBody>
          <a:bodyPr anchor="b"/>
          <a:lstStyle>
            <a:lvl1pPr>
              <a:defRPr sz="8907"/>
            </a:lvl1pPr>
          </a:lstStyle>
          <a:p>
            <a:r>
              <a:rPr lang="fr-FR"/>
              <a:t>Modifiez le style du titre</a:t>
            </a:r>
            <a:endParaRPr lang="en-US" dirty="0"/>
          </a:p>
        </p:txBody>
      </p:sp>
      <p:sp>
        <p:nvSpPr>
          <p:cNvPr id="3" name="Picture Placeholder 2"/>
          <p:cNvSpPr>
            <a:spLocks noGrp="1" noChangeAspect="1"/>
          </p:cNvSpPr>
          <p:nvPr>
            <p:ph type="pic" idx="1"/>
          </p:nvPr>
        </p:nvSpPr>
        <p:spPr>
          <a:xfrm>
            <a:off x="10820580" y="5183304"/>
            <a:ext cx="12885271" cy="25583147"/>
          </a:xfrm>
        </p:spPr>
        <p:txBody>
          <a:bodyPr anchor="t"/>
          <a:lstStyle>
            <a:lvl1pPr marL="0" indent="0">
              <a:buNone/>
              <a:defRPr sz="8907"/>
            </a:lvl1pPr>
            <a:lvl2pPr marL="1272616" indent="0">
              <a:buNone/>
              <a:defRPr sz="7794"/>
            </a:lvl2pPr>
            <a:lvl3pPr marL="2545232" indent="0">
              <a:buNone/>
              <a:defRPr sz="6680"/>
            </a:lvl3pPr>
            <a:lvl4pPr marL="3817849" indent="0">
              <a:buNone/>
              <a:defRPr sz="5567"/>
            </a:lvl4pPr>
            <a:lvl5pPr marL="5090465" indent="0">
              <a:buNone/>
              <a:defRPr sz="5567"/>
            </a:lvl5pPr>
            <a:lvl6pPr marL="6363081" indent="0">
              <a:buNone/>
              <a:defRPr sz="5567"/>
            </a:lvl6pPr>
            <a:lvl7pPr marL="7635697" indent="0">
              <a:buNone/>
              <a:defRPr sz="5567"/>
            </a:lvl7pPr>
            <a:lvl8pPr marL="8908313" indent="0">
              <a:buNone/>
              <a:defRPr sz="5567"/>
            </a:lvl8pPr>
            <a:lvl9pPr marL="10180930" indent="0">
              <a:buNone/>
              <a:defRPr sz="5567"/>
            </a:lvl9pPr>
          </a:lstStyle>
          <a:p>
            <a:r>
              <a:rPr lang="fr-FR"/>
              <a:t>Cliquez sur l'icône pour ajouter une image</a:t>
            </a:r>
            <a:endParaRPr lang="en-US" dirty="0"/>
          </a:p>
        </p:txBody>
      </p:sp>
      <p:sp>
        <p:nvSpPr>
          <p:cNvPr id="4" name="Text Placeholder 3"/>
          <p:cNvSpPr>
            <a:spLocks noGrp="1"/>
          </p:cNvSpPr>
          <p:nvPr>
            <p:ph type="body" sz="half" idx="2"/>
          </p:nvPr>
        </p:nvSpPr>
        <p:spPr>
          <a:xfrm>
            <a:off x="1753167" y="10799922"/>
            <a:ext cx="8209058" cy="20008190"/>
          </a:xfrm>
        </p:spPr>
        <p:txBody>
          <a:bodyPr/>
          <a:lstStyle>
            <a:lvl1pPr marL="0" indent="0">
              <a:buNone/>
              <a:defRPr sz="4454"/>
            </a:lvl1pPr>
            <a:lvl2pPr marL="1272616" indent="0">
              <a:buNone/>
              <a:defRPr sz="3897"/>
            </a:lvl2pPr>
            <a:lvl3pPr marL="2545232" indent="0">
              <a:buNone/>
              <a:defRPr sz="3340"/>
            </a:lvl3pPr>
            <a:lvl4pPr marL="3817849" indent="0">
              <a:buNone/>
              <a:defRPr sz="2784"/>
            </a:lvl4pPr>
            <a:lvl5pPr marL="5090465" indent="0">
              <a:buNone/>
              <a:defRPr sz="2784"/>
            </a:lvl5pPr>
            <a:lvl6pPr marL="6363081" indent="0">
              <a:buNone/>
              <a:defRPr sz="2784"/>
            </a:lvl6pPr>
            <a:lvl7pPr marL="7635697" indent="0">
              <a:buNone/>
              <a:defRPr sz="2784"/>
            </a:lvl7pPr>
            <a:lvl8pPr marL="8908313" indent="0">
              <a:buNone/>
              <a:defRPr sz="2784"/>
            </a:lvl8pPr>
            <a:lvl9pPr marL="10180930" indent="0">
              <a:buNone/>
              <a:defRPr sz="2784"/>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698D4EC1-63B4-3B4C-A8CD-18DA5B51B954}" type="datetimeFigureOut">
              <a:rPr lang="en-JP" smtClean="0"/>
              <a:t>2025/11/04</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0904CDCD-4125-AB45-BEA0-31105729B4EB}" type="slidenum">
              <a:rPr lang="en-JP" smtClean="0"/>
              <a:t>‹#›</a:t>
            </a:fld>
            <a:endParaRPr lang="en-JP"/>
          </a:p>
        </p:txBody>
      </p:sp>
    </p:spTree>
    <p:extLst>
      <p:ext uri="{BB962C8B-B14F-4D97-AF65-F5344CB8AC3E}">
        <p14:creationId xmlns:p14="http://schemas.microsoft.com/office/powerpoint/2010/main" val="1547701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98D4EC1-63B4-3B4C-A8CD-18DA5B51B954}" type="datetimeFigureOut">
              <a:rPr lang="en-JP" smtClean="0"/>
              <a:t>2025/11/04</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0904CDCD-4125-AB45-BEA0-31105729B4EB}" type="slidenum">
              <a:rPr lang="en-JP" smtClean="0"/>
              <a:t>‹#›</a:t>
            </a:fld>
            <a:endParaRPr lang="en-JP"/>
          </a:p>
        </p:txBody>
      </p:sp>
    </p:spTree>
    <p:extLst>
      <p:ext uri="{BB962C8B-B14F-4D97-AF65-F5344CB8AC3E}">
        <p14:creationId xmlns:p14="http://schemas.microsoft.com/office/powerpoint/2010/main" val="2816421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8214367" y="1916653"/>
            <a:ext cx="5488171" cy="30508114"/>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749853" y="1916653"/>
            <a:ext cx="16146359" cy="3050811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98D4EC1-63B4-3B4C-A8CD-18DA5B51B954}" type="datetimeFigureOut">
              <a:rPr lang="en-JP" smtClean="0"/>
              <a:t>2025/11/04</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0904CDCD-4125-AB45-BEA0-31105729B4EB}" type="slidenum">
              <a:rPr lang="en-JP" smtClean="0"/>
              <a:t>‹#›</a:t>
            </a:fld>
            <a:endParaRPr lang="en-JP"/>
          </a:p>
        </p:txBody>
      </p:sp>
    </p:spTree>
    <p:extLst>
      <p:ext uri="{BB962C8B-B14F-4D97-AF65-F5344CB8AC3E}">
        <p14:creationId xmlns:p14="http://schemas.microsoft.com/office/powerpoint/2010/main" val="2368576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49852" y="1916661"/>
            <a:ext cx="21952685" cy="6958285"/>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749852" y="9583264"/>
            <a:ext cx="21952685" cy="2284150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749852" y="33366432"/>
            <a:ext cx="5726787" cy="1916653"/>
          </a:xfrm>
          <a:prstGeom prst="rect">
            <a:avLst/>
          </a:prstGeom>
        </p:spPr>
        <p:txBody>
          <a:bodyPr vert="horz" lIns="91440" tIns="45720" rIns="91440" bIns="45720" rtlCol="0" anchor="ctr"/>
          <a:lstStyle>
            <a:lvl1pPr algn="l">
              <a:defRPr sz="3340">
                <a:solidFill>
                  <a:schemeClr val="tx1">
                    <a:tint val="75000"/>
                  </a:schemeClr>
                </a:solidFill>
              </a:defRPr>
            </a:lvl1pPr>
          </a:lstStyle>
          <a:p>
            <a:fld id="{698D4EC1-63B4-3B4C-A8CD-18DA5B51B954}" type="datetimeFigureOut">
              <a:rPr lang="en-JP" smtClean="0"/>
              <a:t>2025/11/04</a:t>
            </a:fld>
            <a:endParaRPr lang="en-JP"/>
          </a:p>
        </p:txBody>
      </p:sp>
      <p:sp>
        <p:nvSpPr>
          <p:cNvPr id="5" name="Footer Placeholder 4"/>
          <p:cNvSpPr>
            <a:spLocks noGrp="1"/>
          </p:cNvSpPr>
          <p:nvPr>
            <p:ph type="ftr" sz="quarter" idx="3"/>
          </p:nvPr>
        </p:nvSpPr>
        <p:spPr>
          <a:xfrm>
            <a:off x="8431104" y="33366432"/>
            <a:ext cx="8590181" cy="1916653"/>
          </a:xfrm>
          <a:prstGeom prst="rect">
            <a:avLst/>
          </a:prstGeom>
        </p:spPr>
        <p:txBody>
          <a:bodyPr vert="horz" lIns="91440" tIns="45720" rIns="91440" bIns="45720" rtlCol="0" anchor="ctr"/>
          <a:lstStyle>
            <a:lvl1pPr algn="ctr">
              <a:defRPr sz="3340">
                <a:solidFill>
                  <a:schemeClr val="tx1">
                    <a:tint val="75000"/>
                  </a:schemeClr>
                </a:solidFill>
              </a:defRPr>
            </a:lvl1pPr>
          </a:lstStyle>
          <a:p>
            <a:endParaRPr lang="en-JP"/>
          </a:p>
        </p:txBody>
      </p:sp>
      <p:sp>
        <p:nvSpPr>
          <p:cNvPr id="6" name="Slide Number Placeholder 5"/>
          <p:cNvSpPr>
            <a:spLocks noGrp="1"/>
          </p:cNvSpPr>
          <p:nvPr>
            <p:ph type="sldNum" sz="quarter" idx="4"/>
          </p:nvPr>
        </p:nvSpPr>
        <p:spPr>
          <a:xfrm>
            <a:off x="17975749" y="33366432"/>
            <a:ext cx="5726787" cy="1916653"/>
          </a:xfrm>
          <a:prstGeom prst="rect">
            <a:avLst/>
          </a:prstGeom>
        </p:spPr>
        <p:txBody>
          <a:bodyPr vert="horz" lIns="91440" tIns="45720" rIns="91440" bIns="45720" rtlCol="0" anchor="ctr"/>
          <a:lstStyle>
            <a:lvl1pPr algn="r">
              <a:defRPr sz="3340">
                <a:solidFill>
                  <a:schemeClr val="tx1">
                    <a:tint val="75000"/>
                  </a:schemeClr>
                </a:solidFill>
              </a:defRPr>
            </a:lvl1pPr>
          </a:lstStyle>
          <a:p>
            <a:fld id="{0904CDCD-4125-AB45-BEA0-31105729B4EB}" type="slidenum">
              <a:rPr lang="en-JP" smtClean="0"/>
              <a:t>‹#›</a:t>
            </a:fld>
            <a:endParaRPr lang="en-JP"/>
          </a:p>
        </p:txBody>
      </p:sp>
    </p:spTree>
    <p:extLst>
      <p:ext uri="{BB962C8B-B14F-4D97-AF65-F5344CB8AC3E}">
        <p14:creationId xmlns:p14="http://schemas.microsoft.com/office/powerpoint/2010/main" val="278766784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2545232" rtl="0" eaLnBrk="1" latinLnBrk="0" hangingPunct="1">
        <a:lnSpc>
          <a:spcPct val="90000"/>
        </a:lnSpc>
        <a:spcBef>
          <a:spcPct val="0"/>
        </a:spcBef>
        <a:buNone/>
        <a:defRPr sz="12247" kern="1200">
          <a:solidFill>
            <a:schemeClr val="tx1"/>
          </a:solidFill>
          <a:latin typeface="+mj-lt"/>
          <a:ea typeface="+mj-ea"/>
          <a:cs typeface="+mj-cs"/>
        </a:defRPr>
      </a:lvl1pPr>
    </p:titleStyle>
    <p:bodyStyle>
      <a:lvl1pPr marL="636308" indent="-636308" algn="l" defTabSz="2545232" rtl="0" eaLnBrk="1" latinLnBrk="0" hangingPunct="1">
        <a:lnSpc>
          <a:spcPct val="90000"/>
        </a:lnSpc>
        <a:spcBef>
          <a:spcPts val="2784"/>
        </a:spcBef>
        <a:buFont typeface="Arial" panose="020B0604020202020204" pitchFamily="34" charset="0"/>
        <a:buChar char="•"/>
        <a:defRPr sz="7794" kern="1200">
          <a:solidFill>
            <a:schemeClr val="tx1"/>
          </a:solidFill>
          <a:latin typeface="+mn-lt"/>
          <a:ea typeface="+mn-ea"/>
          <a:cs typeface="+mn-cs"/>
        </a:defRPr>
      </a:lvl1pPr>
      <a:lvl2pPr marL="1908924" indent="-636308" algn="l" defTabSz="2545232" rtl="0" eaLnBrk="1" latinLnBrk="0" hangingPunct="1">
        <a:lnSpc>
          <a:spcPct val="90000"/>
        </a:lnSpc>
        <a:spcBef>
          <a:spcPts val="1392"/>
        </a:spcBef>
        <a:buFont typeface="Arial" panose="020B0604020202020204" pitchFamily="34" charset="0"/>
        <a:buChar char="•"/>
        <a:defRPr sz="6680" kern="1200">
          <a:solidFill>
            <a:schemeClr val="tx1"/>
          </a:solidFill>
          <a:latin typeface="+mn-lt"/>
          <a:ea typeface="+mn-ea"/>
          <a:cs typeface="+mn-cs"/>
        </a:defRPr>
      </a:lvl2pPr>
      <a:lvl3pPr marL="3181541" indent="-636308" algn="l" defTabSz="2545232" rtl="0" eaLnBrk="1" latinLnBrk="0" hangingPunct="1">
        <a:lnSpc>
          <a:spcPct val="90000"/>
        </a:lnSpc>
        <a:spcBef>
          <a:spcPts val="1392"/>
        </a:spcBef>
        <a:buFont typeface="Arial" panose="020B0604020202020204" pitchFamily="34" charset="0"/>
        <a:buChar char="•"/>
        <a:defRPr sz="5567" kern="1200">
          <a:solidFill>
            <a:schemeClr val="tx1"/>
          </a:solidFill>
          <a:latin typeface="+mn-lt"/>
          <a:ea typeface="+mn-ea"/>
          <a:cs typeface="+mn-cs"/>
        </a:defRPr>
      </a:lvl3pPr>
      <a:lvl4pPr marL="4454157" indent="-636308" algn="l" defTabSz="2545232" rtl="0" eaLnBrk="1" latinLnBrk="0" hangingPunct="1">
        <a:lnSpc>
          <a:spcPct val="90000"/>
        </a:lnSpc>
        <a:spcBef>
          <a:spcPts val="1392"/>
        </a:spcBef>
        <a:buFont typeface="Arial" panose="020B0604020202020204" pitchFamily="34" charset="0"/>
        <a:buChar char="•"/>
        <a:defRPr sz="5010" kern="1200">
          <a:solidFill>
            <a:schemeClr val="tx1"/>
          </a:solidFill>
          <a:latin typeface="+mn-lt"/>
          <a:ea typeface="+mn-ea"/>
          <a:cs typeface="+mn-cs"/>
        </a:defRPr>
      </a:lvl4pPr>
      <a:lvl5pPr marL="5726773" indent="-636308" algn="l" defTabSz="2545232" rtl="0" eaLnBrk="1" latinLnBrk="0" hangingPunct="1">
        <a:lnSpc>
          <a:spcPct val="90000"/>
        </a:lnSpc>
        <a:spcBef>
          <a:spcPts val="1392"/>
        </a:spcBef>
        <a:buFont typeface="Arial" panose="020B0604020202020204" pitchFamily="34" charset="0"/>
        <a:buChar char="•"/>
        <a:defRPr sz="5010" kern="1200">
          <a:solidFill>
            <a:schemeClr val="tx1"/>
          </a:solidFill>
          <a:latin typeface="+mn-lt"/>
          <a:ea typeface="+mn-ea"/>
          <a:cs typeface="+mn-cs"/>
        </a:defRPr>
      </a:lvl5pPr>
      <a:lvl6pPr marL="6999389" indent="-636308" algn="l" defTabSz="2545232" rtl="0" eaLnBrk="1" latinLnBrk="0" hangingPunct="1">
        <a:lnSpc>
          <a:spcPct val="90000"/>
        </a:lnSpc>
        <a:spcBef>
          <a:spcPts val="1392"/>
        </a:spcBef>
        <a:buFont typeface="Arial" panose="020B0604020202020204" pitchFamily="34" charset="0"/>
        <a:buChar char="•"/>
        <a:defRPr sz="5010" kern="1200">
          <a:solidFill>
            <a:schemeClr val="tx1"/>
          </a:solidFill>
          <a:latin typeface="+mn-lt"/>
          <a:ea typeface="+mn-ea"/>
          <a:cs typeface="+mn-cs"/>
        </a:defRPr>
      </a:lvl6pPr>
      <a:lvl7pPr marL="8272005" indent="-636308" algn="l" defTabSz="2545232" rtl="0" eaLnBrk="1" latinLnBrk="0" hangingPunct="1">
        <a:lnSpc>
          <a:spcPct val="90000"/>
        </a:lnSpc>
        <a:spcBef>
          <a:spcPts val="1392"/>
        </a:spcBef>
        <a:buFont typeface="Arial" panose="020B0604020202020204" pitchFamily="34" charset="0"/>
        <a:buChar char="•"/>
        <a:defRPr sz="5010" kern="1200">
          <a:solidFill>
            <a:schemeClr val="tx1"/>
          </a:solidFill>
          <a:latin typeface="+mn-lt"/>
          <a:ea typeface="+mn-ea"/>
          <a:cs typeface="+mn-cs"/>
        </a:defRPr>
      </a:lvl7pPr>
      <a:lvl8pPr marL="9544622" indent="-636308" algn="l" defTabSz="2545232" rtl="0" eaLnBrk="1" latinLnBrk="0" hangingPunct="1">
        <a:lnSpc>
          <a:spcPct val="90000"/>
        </a:lnSpc>
        <a:spcBef>
          <a:spcPts val="1392"/>
        </a:spcBef>
        <a:buFont typeface="Arial" panose="020B0604020202020204" pitchFamily="34" charset="0"/>
        <a:buChar char="•"/>
        <a:defRPr sz="5010" kern="1200">
          <a:solidFill>
            <a:schemeClr val="tx1"/>
          </a:solidFill>
          <a:latin typeface="+mn-lt"/>
          <a:ea typeface="+mn-ea"/>
          <a:cs typeface="+mn-cs"/>
        </a:defRPr>
      </a:lvl8pPr>
      <a:lvl9pPr marL="10817238" indent="-636308" algn="l" defTabSz="2545232" rtl="0" eaLnBrk="1" latinLnBrk="0" hangingPunct="1">
        <a:lnSpc>
          <a:spcPct val="90000"/>
        </a:lnSpc>
        <a:spcBef>
          <a:spcPts val="1392"/>
        </a:spcBef>
        <a:buFont typeface="Arial" panose="020B0604020202020204" pitchFamily="34" charset="0"/>
        <a:buChar char="•"/>
        <a:defRPr sz="5010" kern="1200">
          <a:solidFill>
            <a:schemeClr val="tx1"/>
          </a:solidFill>
          <a:latin typeface="+mn-lt"/>
          <a:ea typeface="+mn-ea"/>
          <a:cs typeface="+mn-cs"/>
        </a:defRPr>
      </a:lvl9pPr>
    </p:bodyStyle>
    <p:otherStyle>
      <a:defPPr>
        <a:defRPr lang="en-US"/>
      </a:defPPr>
      <a:lvl1pPr marL="0" algn="l" defTabSz="2545232" rtl="0" eaLnBrk="1" latinLnBrk="0" hangingPunct="1">
        <a:defRPr sz="5010" kern="1200">
          <a:solidFill>
            <a:schemeClr val="tx1"/>
          </a:solidFill>
          <a:latin typeface="+mn-lt"/>
          <a:ea typeface="+mn-ea"/>
          <a:cs typeface="+mn-cs"/>
        </a:defRPr>
      </a:lvl1pPr>
      <a:lvl2pPr marL="1272616" algn="l" defTabSz="2545232" rtl="0" eaLnBrk="1" latinLnBrk="0" hangingPunct="1">
        <a:defRPr sz="5010" kern="1200">
          <a:solidFill>
            <a:schemeClr val="tx1"/>
          </a:solidFill>
          <a:latin typeface="+mn-lt"/>
          <a:ea typeface="+mn-ea"/>
          <a:cs typeface="+mn-cs"/>
        </a:defRPr>
      </a:lvl2pPr>
      <a:lvl3pPr marL="2545232" algn="l" defTabSz="2545232" rtl="0" eaLnBrk="1" latinLnBrk="0" hangingPunct="1">
        <a:defRPr sz="5010" kern="1200">
          <a:solidFill>
            <a:schemeClr val="tx1"/>
          </a:solidFill>
          <a:latin typeface="+mn-lt"/>
          <a:ea typeface="+mn-ea"/>
          <a:cs typeface="+mn-cs"/>
        </a:defRPr>
      </a:lvl3pPr>
      <a:lvl4pPr marL="3817849" algn="l" defTabSz="2545232" rtl="0" eaLnBrk="1" latinLnBrk="0" hangingPunct="1">
        <a:defRPr sz="5010" kern="1200">
          <a:solidFill>
            <a:schemeClr val="tx1"/>
          </a:solidFill>
          <a:latin typeface="+mn-lt"/>
          <a:ea typeface="+mn-ea"/>
          <a:cs typeface="+mn-cs"/>
        </a:defRPr>
      </a:lvl4pPr>
      <a:lvl5pPr marL="5090465" algn="l" defTabSz="2545232" rtl="0" eaLnBrk="1" latinLnBrk="0" hangingPunct="1">
        <a:defRPr sz="5010" kern="1200">
          <a:solidFill>
            <a:schemeClr val="tx1"/>
          </a:solidFill>
          <a:latin typeface="+mn-lt"/>
          <a:ea typeface="+mn-ea"/>
          <a:cs typeface="+mn-cs"/>
        </a:defRPr>
      </a:lvl5pPr>
      <a:lvl6pPr marL="6363081" algn="l" defTabSz="2545232" rtl="0" eaLnBrk="1" latinLnBrk="0" hangingPunct="1">
        <a:defRPr sz="5010" kern="1200">
          <a:solidFill>
            <a:schemeClr val="tx1"/>
          </a:solidFill>
          <a:latin typeface="+mn-lt"/>
          <a:ea typeface="+mn-ea"/>
          <a:cs typeface="+mn-cs"/>
        </a:defRPr>
      </a:lvl6pPr>
      <a:lvl7pPr marL="7635697" algn="l" defTabSz="2545232" rtl="0" eaLnBrk="1" latinLnBrk="0" hangingPunct="1">
        <a:defRPr sz="5010" kern="1200">
          <a:solidFill>
            <a:schemeClr val="tx1"/>
          </a:solidFill>
          <a:latin typeface="+mn-lt"/>
          <a:ea typeface="+mn-ea"/>
          <a:cs typeface="+mn-cs"/>
        </a:defRPr>
      </a:lvl7pPr>
      <a:lvl8pPr marL="8908313" algn="l" defTabSz="2545232" rtl="0" eaLnBrk="1" latinLnBrk="0" hangingPunct="1">
        <a:defRPr sz="5010" kern="1200">
          <a:solidFill>
            <a:schemeClr val="tx1"/>
          </a:solidFill>
          <a:latin typeface="+mn-lt"/>
          <a:ea typeface="+mn-ea"/>
          <a:cs typeface="+mn-cs"/>
        </a:defRPr>
      </a:lvl8pPr>
      <a:lvl9pPr marL="10180930" algn="l" defTabSz="2545232" rtl="0" eaLnBrk="1" latinLnBrk="0" hangingPunct="1">
        <a:defRPr sz="501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2.png"/><Relationship Id="rId7" Type="http://schemas.openxmlformats.org/officeDocument/2006/relationships/image" Target="../media/image5.jp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www.bbc.co.uk/programmes/w3ct5rh4" TargetMode="External"/><Relationship Id="rId5" Type="http://schemas.openxmlformats.org/officeDocument/2006/relationships/image" Target="../media/image4.png"/><Relationship Id="rId10" Type="http://schemas.openxmlformats.org/officeDocument/2006/relationships/image" Target="../media/image8.emf"/><Relationship Id="rId4" Type="http://schemas.openxmlformats.org/officeDocument/2006/relationships/image" Target="../media/image3.png"/><Relationship Id="rId9" Type="http://schemas.openxmlformats.org/officeDocument/2006/relationships/image" Target="../media/image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screen&#10;&#10;AI-generated content may be incorrect.">
            <a:extLst>
              <a:ext uri="{FF2B5EF4-FFF2-40B4-BE49-F238E27FC236}">
                <a16:creationId xmlns:a16="http://schemas.microsoft.com/office/drawing/2014/main" id="{CAD19E16-5E77-4F0A-F0D2-491A5942B156}"/>
              </a:ext>
            </a:extLst>
          </p:cNvPr>
          <p:cNvPicPr>
            <a:picLocks noChangeAspect="1"/>
          </p:cNvPicPr>
          <p:nvPr/>
        </p:nvPicPr>
        <p:blipFill>
          <a:blip r:embed="rId2"/>
          <a:stretch>
            <a:fillRect/>
          </a:stretch>
        </p:blipFill>
        <p:spPr>
          <a:xfrm>
            <a:off x="11850831" y="26114721"/>
            <a:ext cx="10640343" cy="7408506"/>
          </a:xfrm>
          <a:prstGeom prst="rect">
            <a:avLst/>
          </a:prstGeom>
        </p:spPr>
      </p:pic>
      <p:pic>
        <p:nvPicPr>
          <p:cNvPr id="7" name="Picture 6" descr="Shape, rectangle&#10;&#10;Description automatically generated">
            <a:extLst>
              <a:ext uri="{FF2B5EF4-FFF2-40B4-BE49-F238E27FC236}">
                <a16:creationId xmlns:a16="http://schemas.microsoft.com/office/drawing/2014/main" id="{7557AF41-61F7-55A6-CDBD-875029319A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92" y="1"/>
            <a:ext cx="25488175" cy="2803188"/>
          </a:xfrm>
          <a:prstGeom prst="rect">
            <a:avLst/>
          </a:prstGeom>
        </p:spPr>
      </p:pic>
      <p:pic>
        <p:nvPicPr>
          <p:cNvPr id="8" name="Picture 7" descr="Shape, rectangle&#10;&#10;Description automatically generated">
            <a:extLst>
              <a:ext uri="{FF2B5EF4-FFF2-40B4-BE49-F238E27FC236}">
                <a16:creationId xmlns:a16="http://schemas.microsoft.com/office/drawing/2014/main" id="{117F076F-F2B1-236F-7B64-6CE3C7CBE4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92" y="34867071"/>
            <a:ext cx="25488175" cy="1132667"/>
          </a:xfrm>
          <a:prstGeom prst="rect">
            <a:avLst/>
          </a:prstGeom>
        </p:spPr>
      </p:pic>
      <p:sp>
        <p:nvSpPr>
          <p:cNvPr id="9" name="タイトル 16">
            <a:extLst>
              <a:ext uri="{FF2B5EF4-FFF2-40B4-BE49-F238E27FC236}">
                <a16:creationId xmlns:a16="http://schemas.microsoft.com/office/drawing/2014/main" id="{7E0C0678-C9C0-9A89-FB60-4C037E0E9C95}"/>
              </a:ext>
            </a:extLst>
          </p:cNvPr>
          <p:cNvSpPr txBox="1">
            <a:spLocks/>
          </p:cNvSpPr>
          <p:nvPr/>
        </p:nvSpPr>
        <p:spPr>
          <a:xfrm>
            <a:off x="395564" y="398978"/>
            <a:ext cx="24652497" cy="2012528"/>
          </a:xfrm>
          <a:prstGeom prst="rect">
            <a:avLst/>
          </a:prstGeom>
        </p:spPr>
        <p:txBody>
          <a:bodyPr vert="horz" lIns="76754" tIns="38376" rIns="76754" bIns="38376" rtlCol="0" anchor="ctr">
            <a:noAutofit/>
          </a:bodyPr>
          <a:lstStyle>
            <a:lvl1pPr algn="ctr" defTabSz="3028036" rtl="0" eaLnBrk="1" latinLnBrk="0" hangingPunct="1">
              <a:lnSpc>
                <a:spcPct val="90000"/>
              </a:lnSpc>
              <a:spcBef>
                <a:spcPct val="0"/>
              </a:spcBef>
              <a:buNone/>
              <a:defRPr sz="19869" kern="1200">
                <a:solidFill>
                  <a:schemeClr val="tx1"/>
                </a:solidFill>
                <a:latin typeface="+mj-lt"/>
                <a:ea typeface="+mj-ea"/>
                <a:cs typeface="+mj-cs"/>
              </a:defRPr>
            </a:lvl1pPr>
          </a:lstStyle>
          <a:p>
            <a:pPr algn="l">
              <a:spcAft>
                <a:spcPts val="1009"/>
              </a:spcAft>
            </a:pPr>
            <a:r>
              <a:rPr lang="en-US" altLang="ja-JP" sz="6000" b="1" dirty="0">
                <a:solidFill>
                  <a:schemeClr val="bg1"/>
                </a:solidFill>
                <a:latin typeface="+mn-ea"/>
                <a:ea typeface="+mn-ea"/>
              </a:rPr>
              <a:t>When and how does the rain that fell in Japan reach Brazil?</a:t>
            </a:r>
            <a:br>
              <a:rPr lang="en-US" altLang="ja-JP" sz="6000" b="1" dirty="0">
                <a:solidFill>
                  <a:schemeClr val="bg1"/>
                </a:solidFill>
                <a:latin typeface="+mn-ea"/>
                <a:ea typeface="+mn-ea"/>
              </a:rPr>
            </a:br>
            <a:r>
              <a:rPr lang="ja-JP" altLang="en-US" sz="6000" b="1">
                <a:solidFill>
                  <a:schemeClr val="bg1"/>
                </a:solidFill>
                <a:latin typeface="+mn-ea"/>
                <a:ea typeface="+mn-ea"/>
              </a:rPr>
              <a:t>日本に降った雨はいつどうやってブラジルに到着するのか</a:t>
            </a:r>
            <a:endParaRPr lang="en-US" altLang="ja-JP" sz="6000" b="1" dirty="0">
              <a:solidFill>
                <a:schemeClr val="bg1"/>
              </a:solidFill>
              <a:latin typeface="+mn-ea"/>
              <a:ea typeface="+mn-ea"/>
            </a:endParaRPr>
          </a:p>
        </p:txBody>
      </p:sp>
      <p:grpSp>
        <p:nvGrpSpPr>
          <p:cNvPr id="10" name="グループ化 21">
            <a:extLst>
              <a:ext uri="{FF2B5EF4-FFF2-40B4-BE49-F238E27FC236}">
                <a16:creationId xmlns:a16="http://schemas.microsoft.com/office/drawing/2014/main" id="{579F57C5-D670-2F9D-0299-A027989FD289}"/>
              </a:ext>
            </a:extLst>
          </p:cNvPr>
          <p:cNvGrpSpPr/>
          <p:nvPr/>
        </p:nvGrpSpPr>
        <p:grpSpPr>
          <a:xfrm>
            <a:off x="395564" y="3108813"/>
            <a:ext cx="13505757" cy="6187513"/>
            <a:chOff x="636693" y="-8442249"/>
            <a:chExt cx="22829138" cy="5943166"/>
          </a:xfrm>
        </p:grpSpPr>
        <p:sp>
          <p:nvSpPr>
            <p:cNvPr id="12" name="テキスト ボックス 19">
              <a:extLst>
                <a:ext uri="{FF2B5EF4-FFF2-40B4-BE49-F238E27FC236}">
                  <a16:creationId xmlns:a16="http://schemas.microsoft.com/office/drawing/2014/main" id="{96A9F513-D51B-1C7C-BFD2-01623B2CDF95}"/>
                </a:ext>
              </a:extLst>
            </p:cNvPr>
            <p:cNvSpPr txBox="1"/>
            <p:nvPr/>
          </p:nvSpPr>
          <p:spPr>
            <a:xfrm>
              <a:off x="840296" y="-8442249"/>
              <a:ext cx="22625535" cy="908916"/>
            </a:xfrm>
            <a:prstGeom prst="rect">
              <a:avLst/>
            </a:prstGeom>
            <a:noFill/>
          </p:spPr>
          <p:txBody>
            <a:bodyPr wrap="square" rtlCol="0">
              <a:spAutoFit/>
            </a:bodyPr>
            <a:lstStyle/>
            <a:p>
              <a:r>
                <a:rPr lang="ja-JP" altLang="fr-FR" sz="5549" b="1">
                  <a:solidFill>
                    <a:srgbClr val="0D5291"/>
                  </a:solidFill>
                </a:rPr>
                <a:t>研究の背景・動機</a:t>
              </a:r>
              <a:r>
                <a:rPr lang="fr-FR" altLang="ja-JP" sz="5549" b="1" dirty="0">
                  <a:solidFill>
                    <a:srgbClr val="0D5291"/>
                  </a:solidFill>
                </a:rPr>
                <a:t>/</a:t>
              </a:r>
              <a:r>
                <a:rPr lang="en-US" altLang="ja-JP" sz="5549" b="1" dirty="0">
                  <a:solidFill>
                    <a:srgbClr val="0D5291"/>
                  </a:solidFill>
                </a:rPr>
                <a:t>Context and motivation</a:t>
              </a:r>
            </a:p>
          </p:txBody>
        </p:sp>
        <p:sp>
          <p:nvSpPr>
            <p:cNvPr id="13" name="角丸四角形 2">
              <a:extLst>
                <a:ext uri="{FF2B5EF4-FFF2-40B4-BE49-F238E27FC236}">
                  <a16:creationId xmlns:a16="http://schemas.microsoft.com/office/drawing/2014/main" id="{7D5C73F5-8C63-5B7F-8375-E3314335183F}"/>
                </a:ext>
              </a:extLst>
            </p:cNvPr>
            <p:cNvSpPr/>
            <p:nvPr/>
          </p:nvSpPr>
          <p:spPr>
            <a:xfrm>
              <a:off x="636693" y="-7415287"/>
              <a:ext cx="20373263" cy="4916204"/>
            </a:xfrm>
            <a:prstGeom prst="roundRect">
              <a:avLst>
                <a:gd name="adj" fmla="val 6766"/>
              </a:avLst>
            </a:prstGeom>
            <a:noFill/>
            <a:ln w="38100">
              <a:solidFill>
                <a:srgbClr val="0D52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9731"/>
            </a:p>
          </p:txBody>
        </p:sp>
      </p:grpSp>
      <p:grpSp>
        <p:nvGrpSpPr>
          <p:cNvPr id="14" name="グループ化 12">
            <a:extLst>
              <a:ext uri="{FF2B5EF4-FFF2-40B4-BE49-F238E27FC236}">
                <a16:creationId xmlns:a16="http://schemas.microsoft.com/office/drawing/2014/main" id="{35180FD3-CB5B-4410-5ABB-91C300D37A37}"/>
              </a:ext>
            </a:extLst>
          </p:cNvPr>
          <p:cNvGrpSpPr/>
          <p:nvPr/>
        </p:nvGrpSpPr>
        <p:grpSpPr>
          <a:xfrm>
            <a:off x="542788" y="9540892"/>
            <a:ext cx="24652497" cy="24999071"/>
            <a:chOff x="299932" y="6108821"/>
            <a:chExt cx="41864716" cy="20262896"/>
          </a:xfrm>
        </p:grpSpPr>
        <p:sp>
          <p:nvSpPr>
            <p:cNvPr id="15" name="テキスト プレースホルダ 2">
              <a:extLst>
                <a:ext uri="{FF2B5EF4-FFF2-40B4-BE49-F238E27FC236}">
                  <a16:creationId xmlns:a16="http://schemas.microsoft.com/office/drawing/2014/main" id="{571F3870-BDF0-2B8F-C911-DE00062F215E}"/>
                </a:ext>
              </a:extLst>
            </p:cNvPr>
            <p:cNvSpPr txBox="1">
              <a:spLocks/>
            </p:cNvSpPr>
            <p:nvPr/>
          </p:nvSpPr>
          <p:spPr>
            <a:xfrm>
              <a:off x="503536" y="7066859"/>
              <a:ext cx="39804508" cy="16634278"/>
            </a:xfrm>
            <a:prstGeom prst="rect">
              <a:avLst/>
            </a:prstGeom>
          </p:spPr>
          <p:txBody>
            <a:bodyPr vert="horz" lIns="495612" tIns="247807" rIns="495612" bIns="247807" rtlCol="0">
              <a:normAutofit/>
            </a:bodyPr>
            <a:lstStyle/>
            <a:p>
              <a:pPr lvl="0">
                <a:spcBef>
                  <a:spcPct val="0"/>
                </a:spcBef>
                <a:defRPr/>
              </a:pPr>
              <a:endParaRPr lang="ja-JP" altLang="en-US" sz="6044" dirty="0"/>
            </a:p>
          </p:txBody>
        </p:sp>
        <p:sp>
          <p:nvSpPr>
            <p:cNvPr id="16" name="テキスト ボックス 20">
              <a:extLst>
                <a:ext uri="{FF2B5EF4-FFF2-40B4-BE49-F238E27FC236}">
                  <a16:creationId xmlns:a16="http://schemas.microsoft.com/office/drawing/2014/main" id="{5BE1AA3A-50B9-590B-E4C7-84574BCF1600}"/>
                </a:ext>
              </a:extLst>
            </p:cNvPr>
            <p:cNvSpPr txBox="1"/>
            <p:nvPr/>
          </p:nvSpPr>
          <p:spPr>
            <a:xfrm>
              <a:off x="503537" y="6108821"/>
              <a:ext cx="12478919" cy="767007"/>
            </a:xfrm>
            <a:prstGeom prst="rect">
              <a:avLst/>
            </a:prstGeom>
            <a:noFill/>
          </p:spPr>
          <p:txBody>
            <a:bodyPr wrap="square" rtlCol="0">
              <a:spAutoFit/>
            </a:bodyPr>
            <a:lstStyle/>
            <a:p>
              <a:r>
                <a:rPr lang="ja-JP" altLang="fr-FR" sz="5549" b="1">
                  <a:solidFill>
                    <a:srgbClr val="0D5291"/>
                  </a:solidFill>
                </a:rPr>
                <a:t>研究の詳細</a:t>
              </a:r>
              <a:r>
                <a:rPr lang="fr-FR" altLang="ja-JP" sz="5549" b="1" dirty="0">
                  <a:solidFill>
                    <a:srgbClr val="0D5291"/>
                  </a:solidFill>
                </a:rPr>
                <a:t>/</a:t>
              </a:r>
              <a:r>
                <a:rPr lang="en-US" altLang="ja-JP" sz="5549" b="1" dirty="0">
                  <a:solidFill>
                    <a:srgbClr val="0D5291"/>
                  </a:solidFill>
                </a:rPr>
                <a:t>Detail</a:t>
              </a:r>
              <a:endParaRPr lang="ja-JP" altLang="en-US" sz="5549" b="1" dirty="0">
                <a:solidFill>
                  <a:srgbClr val="0D5291"/>
                </a:solidFill>
              </a:endParaRPr>
            </a:p>
          </p:txBody>
        </p:sp>
        <p:sp>
          <p:nvSpPr>
            <p:cNvPr id="17" name="角丸四角形 22">
              <a:extLst>
                <a:ext uri="{FF2B5EF4-FFF2-40B4-BE49-F238E27FC236}">
                  <a16:creationId xmlns:a16="http://schemas.microsoft.com/office/drawing/2014/main" id="{0DCB9EC8-8D25-4855-681C-B18A23566D7E}"/>
                </a:ext>
              </a:extLst>
            </p:cNvPr>
            <p:cNvSpPr/>
            <p:nvPr/>
          </p:nvSpPr>
          <p:spPr>
            <a:xfrm>
              <a:off x="299932" y="7018028"/>
              <a:ext cx="41864716" cy="19353689"/>
            </a:xfrm>
            <a:prstGeom prst="roundRect">
              <a:avLst>
                <a:gd name="adj" fmla="val 3053"/>
              </a:avLst>
            </a:prstGeom>
            <a:noFill/>
            <a:ln w="38100">
              <a:solidFill>
                <a:srgbClr val="0D52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9731"/>
            </a:p>
          </p:txBody>
        </p:sp>
      </p:grpSp>
      <p:sp>
        <p:nvSpPr>
          <p:cNvPr id="31" name="タイトル 16">
            <a:extLst>
              <a:ext uri="{FF2B5EF4-FFF2-40B4-BE49-F238E27FC236}">
                <a16:creationId xmlns:a16="http://schemas.microsoft.com/office/drawing/2014/main" id="{03DC3A44-6AFC-C978-3875-76B209B6EF2D}"/>
              </a:ext>
            </a:extLst>
          </p:cNvPr>
          <p:cNvSpPr txBox="1">
            <a:spLocks/>
          </p:cNvSpPr>
          <p:nvPr/>
        </p:nvSpPr>
        <p:spPr>
          <a:xfrm>
            <a:off x="231101" y="34867073"/>
            <a:ext cx="25005959" cy="1125370"/>
          </a:xfrm>
          <a:prstGeom prst="rect">
            <a:avLst/>
          </a:prstGeom>
        </p:spPr>
        <p:txBody>
          <a:bodyPr vert="horz" lIns="76754" tIns="38376" rIns="76754" bIns="38376" rtlCol="0" anchor="ctr">
            <a:normAutofit/>
          </a:bodyPr>
          <a:lstStyle>
            <a:lvl1pPr algn="ctr" defTabSz="3028036" rtl="0" eaLnBrk="1" latinLnBrk="0" hangingPunct="1">
              <a:lnSpc>
                <a:spcPct val="90000"/>
              </a:lnSpc>
              <a:spcBef>
                <a:spcPct val="0"/>
              </a:spcBef>
              <a:buNone/>
              <a:defRPr sz="19869" kern="1200">
                <a:solidFill>
                  <a:schemeClr val="tx1"/>
                </a:solidFill>
                <a:latin typeface="+mj-lt"/>
                <a:ea typeface="+mj-ea"/>
                <a:cs typeface="+mj-cs"/>
              </a:defRPr>
            </a:lvl1pPr>
          </a:lstStyle>
          <a:p>
            <a:pPr algn="l"/>
            <a:r>
              <a:rPr lang="ja-JP" altLang="en-US" sz="5036">
                <a:solidFill>
                  <a:schemeClr val="bg1"/>
                </a:solidFill>
                <a:latin typeface="MS Gothic" panose="020B0609070205080204" pitchFamily="49" charset="-128"/>
                <a:ea typeface="MS Gothic" panose="020B0609070205080204" pitchFamily="49" charset="-128"/>
              </a:rPr>
              <a:t>東京大学生産技術研究所　芳村圭</a:t>
            </a:r>
            <a:endParaRPr lang="en-US" altLang="ja-JP" sz="5036" dirty="0">
              <a:solidFill>
                <a:schemeClr val="bg1"/>
              </a:solidFill>
              <a:latin typeface="MS Gothic" panose="020B0609070205080204" pitchFamily="49" charset="-128"/>
              <a:ea typeface="MS Gothic" panose="020B0609070205080204" pitchFamily="49" charset="-128"/>
            </a:endParaRPr>
          </a:p>
        </p:txBody>
      </p:sp>
      <p:sp>
        <p:nvSpPr>
          <p:cNvPr id="40" name="标题 1">
            <a:extLst>
              <a:ext uri="{FF2B5EF4-FFF2-40B4-BE49-F238E27FC236}">
                <a16:creationId xmlns:a16="http://schemas.microsoft.com/office/drawing/2014/main" id="{4D779269-F577-3581-3D6D-9BD43EF13D7C}"/>
              </a:ext>
            </a:extLst>
          </p:cNvPr>
          <p:cNvSpPr txBox="1">
            <a:spLocks/>
          </p:cNvSpPr>
          <p:nvPr/>
        </p:nvSpPr>
        <p:spPr>
          <a:xfrm>
            <a:off x="17895" y="21025469"/>
            <a:ext cx="8826650" cy="1112660"/>
          </a:xfrm>
          <a:prstGeom prst="rect">
            <a:avLst/>
          </a:prstGeom>
        </p:spPr>
        <p:txBody>
          <a:bodyPr vert="horz" lIns="76754" tIns="38376" rIns="76754" bIns="38376" rtlCol="0" anchor="b">
            <a:normAutofit/>
          </a:bodyPr>
          <a:lstStyle>
            <a:lvl1pPr algn="ctr" defTabSz="3028036" rtl="0" eaLnBrk="1" latinLnBrk="0" hangingPunct="1">
              <a:lnSpc>
                <a:spcPct val="90000"/>
              </a:lnSpc>
              <a:spcBef>
                <a:spcPct val="0"/>
              </a:spcBef>
              <a:buNone/>
              <a:defRPr sz="19869" kern="1200">
                <a:solidFill>
                  <a:schemeClr val="tx1"/>
                </a:solidFill>
                <a:latin typeface="+mj-lt"/>
                <a:ea typeface="+mj-ea"/>
                <a:cs typeface="+mj-cs"/>
              </a:defRPr>
            </a:lvl1pPr>
          </a:lstStyle>
          <a:p>
            <a:endParaRPr kumimoji="1" lang="zh-CN" altLang="en-US" sz="3021" dirty="0">
              <a:latin typeface="Arial" panose="020B0604020202020204" pitchFamily="34" charset="0"/>
              <a:cs typeface="Arial" panose="020B0604020202020204" pitchFamily="34" charset="0"/>
            </a:endParaRPr>
          </a:p>
        </p:txBody>
      </p:sp>
      <p:sp>
        <p:nvSpPr>
          <p:cNvPr id="11" name="テキスト ボックス 25">
            <a:extLst>
              <a:ext uri="{FF2B5EF4-FFF2-40B4-BE49-F238E27FC236}">
                <a16:creationId xmlns:a16="http://schemas.microsoft.com/office/drawing/2014/main" id="{CC4F12C9-2319-9259-DDBB-E6D37953DCFC}"/>
              </a:ext>
            </a:extLst>
          </p:cNvPr>
          <p:cNvSpPr txBox="1"/>
          <p:nvPr/>
        </p:nvSpPr>
        <p:spPr>
          <a:xfrm>
            <a:off x="13791801" y="9643583"/>
            <a:ext cx="10520829" cy="816890"/>
          </a:xfrm>
          <a:prstGeom prst="rect">
            <a:avLst/>
          </a:prstGeom>
          <a:noFill/>
        </p:spPr>
        <p:txBody>
          <a:bodyPr wrap="none" rtlCol="0">
            <a:spAutoFit/>
          </a:bodyPr>
          <a:lstStyle/>
          <a:p>
            <a:pPr algn="ctr"/>
            <a:r>
              <a:rPr lang="en-US" altLang="ja-JP" sz="2354" dirty="0">
                <a:latin typeface="Arial Unicode MS" pitchFamily="50" charset="-128"/>
                <a:ea typeface="Arial Unicode MS" pitchFamily="50" charset="-128"/>
                <a:cs typeface="Arial Unicode MS" pitchFamily="50" charset="-128"/>
              </a:rPr>
              <a:t>KSC2024</a:t>
            </a:r>
            <a:r>
              <a:rPr lang="ja-JP" altLang="en-US" sz="2354">
                <a:latin typeface="Arial Unicode MS" pitchFamily="50" charset="-128"/>
                <a:ea typeface="Arial Unicode MS" pitchFamily="50" charset="-128"/>
                <a:cs typeface="Arial Unicode MS" pitchFamily="50" charset="-128"/>
              </a:rPr>
              <a:t>メンバー（小野甲太郎氏・笠井隆介氏・梶川広樹氏・西健斗氏）と</a:t>
            </a:r>
            <a:br>
              <a:rPr lang="en-US" altLang="ja-JP" sz="2354" dirty="0">
                <a:latin typeface="Arial Unicode MS" pitchFamily="50" charset="-128"/>
                <a:ea typeface="Arial Unicode MS" pitchFamily="50" charset="-128"/>
                <a:cs typeface="Arial Unicode MS" pitchFamily="50" charset="-128"/>
              </a:rPr>
            </a:br>
            <a:r>
              <a:rPr lang="ja-JP" altLang="en-US" sz="2354">
                <a:latin typeface="Arial Unicode MS" pitchFamily="50" charset="-128"/>
                <a:ea typeface="Arial Unicode MS" pitchFamily="50" charset="-128"/>
                <a:cs typeface="Arial Unicode MS" pitchFamily="50" charset="-128"/>
              </a:rPr>
              <a:t>芳村研究室のメンバー（</a:t>
            </a:r>
            <a:r>
              <a:rPr lang="en-US" altLang="ja-JP" sz="2354" dirty="0">
                <a:latin typeface="Arial Unicode MS" pitchFamily="50" charset="-128"/>
                <a:ea typeface="Arial Unicode MS" pitchFamily="50" charset="-128"/>
                <a:cs typeface="Arial Unicode MS" pitchFamily="50" charset="-128"/>
              </a:rPr>
              <a:t> 2025</a:t>
            </a:r>
            <a:r>
              <a:rPr lang="ja-JP" altLang="en-US" sz="2354">
                <a:latin typeface="Arial Unicode MS" pitchFamily="50" charset="-128"/>
                <a:ea typeface="Arial Unicode MS" pitchFamily="50" charset="-128"/>
                <a:cs typeface="Arial Unicode MS" pitchFamily="50" charset="-128"/>
              </a:rPr>
              <a:t>年</a:t>
            </a:r>
            <a:r>
              <a:rPr lang="en-JP" altLang="ja-JP" sz="2354" dirty="0">
                <a:latin typeface="Arial Unicode MS" pitchFamily="50" charset="-128"/>
                <a:ea typeface="Arial Unicode MS" pitchFamily="50" charset="-128"/>
                <a:cs typeface="Arial Unicode MS" pitchFamily="50" charset="-128"/>
              </a:rPr>
              <a:t>2</a:t>
            </a:r>
            <a:r>
              <a:rPr lang="ja-JP" altLang="en-JP" sz="2354">
                <a:latin typeface="Arial Unicode MS" pitchFamily="50" charset="-128"/>
                <a:ea typeface="Arial Unicode MS" pitchFamily="50" charset="-128"/>
                <a:cs typeface="Arial Unicode MS" pitchFamily="50" charset="-128"/>
              </a:rPr>
              <a:t>月</a:t>
            </a:r>
            <a:r>
              <a:rPr lang="ja-JP" altLang="en-US" sz="2354">
                <a:latin typeface="Arial Unicode MS" pitchFamily="50" charset="-128"/>
                <a:ea typeface="Arial Unicode MS" pitchFamily="50" charset="-128"/>
                <a:cs typeface="Arial Unicode MS" pitchFamily="50" charset="-128"/>
              </a:rPr>
              <a:t>撮影）</a:t>
            </a:r>
            <a:endParaRPr lang="ja-JP" altLang="en-US" sz="2354" dirty="0">
              <a:latin typeface="Arial Unicode MS" pitchFamily="50" charset="-128"/>
              <a:ea typeface="Arial Unicode MS" pitchFamily="50" charset="-128"/>
              <a:cs typeface="Arial Unicode MS" pitchFamily="50" charset="-128"/>
            </a:endParaRPr>
          </a:p>
        </p:txBody>
      </p:sp>
      <p:pic>
        <p:nvPicPr>
          <p:cNvPr id="22" name="Picture 32">
            <a:extLst>
              <a:ext uri="{FF2B5EF4-FFF2-40B4-BE49-F238E27FC236}">
                <a16:creationId xmlns:a16="http://schemas.microsoft.com/office/drawing/2014/main" id="{521A689C-5A92-9345-87F3-8CF04C3420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04930" y="668626"/>
            <a:ext cx="1588958" cy="1452762"/>
          </a:xfrm>
          <a:prstGeom prst="rect">
            <a:avLst/>
          </a:prstGeom>
        </p:spPr>
      </p:pic>
      <p:sp>
        <p:nvSpPr>
          <p:cNvPr id="24" name="ZoneTexte 23">
            <a:extLst>
              <a:ext uri="{FF2B5EF4-FFF2-40B4-BE49-F238E27FC236}">
                <a16:creationId xmlns:a16="http://schemas.microsoft.com/office/drawing/2014/main" id="{92E73C8F-BAC3-8B15-14B0-80A7ADA33947}"/>
              </a:ext>
            </a:extLst>
          </p:cNvPr>
          <p:cNvSpPr txBox="1"/>
          <p:nvPr/>
        </p:nvSpPr>
        <p:spPr>
          <a:xfrm>
            <a:off x="455511" y="4298070"/>
            <a:ext cx="11932962" cy="5016758"/>
          </a:xfrm>
          <a:prstGeom prst="rect">
            <a:avLst/>
          </a:prstGeom>
          <a:noFill/>
        </p:spPr>
        <p:txBody>
          <a:bodyPr wrap="square" rtlCol="0">
            <a:spAutoFit/>
          </a:bodyPr>
          <a:lstStyle/>
          <a:p>
            <a:r>
              <a:rPr lang="en-US" altLang="ja-JP" sz="3200" dirty="0"/>
              <a:t>2024</a:t>
            </a:r>
            <a:r>
              <a:rPr lang="ja-JP" altLang="en-US" sz="3200"/>
              <a:t>年</a:t>
            </a:r>
            <a:r>
              <a:rPr lang="en-US" altLang="ja-JP" sz="3200" dirty="0"/>
              <a:t>1</a:t>
            </a:r>
            <a:r>
              <a:rPr lang="ja-JP" altLang="en-US" sz="3200"/>
              <a:t>月、</a:t>
            </a:r>
            <a:r>
              <a:rPr lang="en-US" sz="3200" dirty="0"/>
              <a:t>BBC World Service</a:t>
            </a:r>
            <a:r>
              <a:rPr lang="ja-JP" altLang="en-US" sz="3200"/>
              <a:t>のプロデューサーの方から突然のメールで、”</a:t>
            </a:r>
            <a:r>
              <a:rPr lang="en-US" sz="3200" dirty="0"/>
              <a:t>How long would it take a drop of rain falling in the UK to travel to New Zealand and fall as rain there?”</a:t>
            </a:r>
            <a:r>
              <a:rPr lang="ja-JP" altLang="en-US" sz="3200"/>
              <a:t>との質問が来た。この質問に対し、水同位体大循環モデル</a:t>
            </a:r>
            <a:r>
              <a:rPr lang="en-US" sz="3200" dirty="0" err="1"/>
              <a:t>IsoGSM</a:t>
            </a:r>
            <a:r>
              <a:rPr lang="ja-JP" altLang="en-US" sz="3200"/>
              <a:t>を使ってシミュレートし、「</a:t>
            </a:r>
            <a:r>
              <a:rPr lang="en-US" altLang="ja-JP" sz="3200" dirty="0"/>
              <a:t>1〜2</a:t>
            </a:r>
            <a:r>
              <a:rPr lang="ja-JP" altLang="en-US" sz="3200"/>
              <a:t>ヶ月」という結論を</a:t>
            </a:r>
            <a:r>
              <a:rPr lang="en-US" sz="3200" dirty="0"/>
              <a:t>BBC</a:t>
            </a:r>
            <a:r>
              <a:rPr lang="ja-JP" altLang="en-US" sz="3200"/>
              <a:t>に報告した</a:t>
            </a:r>
            <a:br>
              <a:rPr lang="en-US" altLang="ja-JP" sz="3200" dirty="0"/>
            </a:br>
            <a:r>
              <a:rPr lang="ja-JP" altLang="en-US" sz="3200"/>
              <a:t>（</a:t>
            </a:r>
            <a:r>
              <a:rPr lang="en-US" altLang="ja-JP" sz="3200" dirty="0">
                <a:hlinkClick r:id="rId6"/>
              </a:rPr>
              <a:t>https://www.bbc.co.uk/programmes/w3ct5rh4</a:t>
            </a:r>
            <a:r>
              <a:rPr lang="en-US" altLang="ja-JP" sz="3200" dirty="0"/>
              <a:t> </a:t>
            </a:r>
            <a:r>
              <a:rPr lang="ja-JP" altLang="en-US" sz="3200"/>
              <a:t>）。</a:t>
            </a:r>
          </a:p>
          <a:p>
            <a:pPr algn="just"/>
            <a:r>
              <a:rPr lang="ja-JP" altLang="en-US" sz="3200"/>
              <a:t>本稿では、東京大学</a:t>
            </a:r>
            <a:r>
              <a:rPr lang="en-US" altLang="ja-JP" sz="3200" dirty="0"/>
              <a:t>1</a:t>
            </a:r>
            <a:r>
              <a:rPr lang="ja-JP" altLang="en-US" sz="3200"/>
              <a:t>・</a:t>
            </a:r>
            <a:r>
              <a:rPr lang="en-US" altLang="ja-JP" sz="3200" dirty="0"/>
              <a:t>2</a:t>
            </a:r>
            <a:r>
              <a:rPr lang="ja-JP" altLang="en-US" sz="3200"/>
              <a:t>年生に柏キャンパス存在を知ってもらうために行っている柏サイエンスキャンプの一環として、</a:t>
            </a:r>
            <a:r>
              <a:rPr lang="en-US" sz="3200" dirty="0"/>
              <a:t>BBC</a:t>
            </a:r>
            <a:r>
              <a:rPr lang="ja-JP" altLang="en-US" sz="3200"/>
              <a:t>の問題をすこしアレンジし、日本とブラジルについて行った実験の結果を報告する。</a:t>
            </a:r>
          </a:p>
        </p:txBody>
      </p:sp>
      <p:sp>
        <p:nvSpPr>
          <p:cNvPr id="32" name="Rectangle 7">
            <a:extLst>
              <a:ext uri="{FF2B5EF4-FFF2-40B4-BE49-F238E27FC236}">
                <a16:creationId xmlns:a16="http://schemas.microsoft.com/office/drawing/2014/main" id="{6EDB9234-DFC3-EE7D-8512-559BF7FC4C4C}"/>
              </a:ext>
            </a:extLst>
          </p:cNvPr>
          <p:cNvSpPr>
            <a:spLocks noChangeArrowheads="1"/>
          </p:cNvSpPr>
          <p:nvPr/>
        </p:nvSpPr>
        <p:spPr bwMode="auto">
          <a:xfrm>
            <a:off x="686854" y="10740865"/>
            <a:ext cx="9497982" cy="59240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76814" tIns="38411" rIns="76814" bIns="38411" numCol="1" spcCol="360000"/>
          <a:lstStyle/>
          <a:p>
            <a:pPr>
              <a:lnSpc>
                <a:spcPct val="110000"/>
              </a:lnSpc>
            </a:pPr>
            <a:r>
              <a:rPr lang="en-US" sz="3699" b="1" dirty="0" err="1">
                <a:solidFill>
                  <a:srgbClr val="0D5291"/>
                </a:solidFill>
                <a:ea typeface="Avenir Next" charset="0"/>
                <a:cs typeface="Avenir Next" charset="0"/>
              </a:rPr>
              <a:t>IsoGSM</a:t>
            </a:r>
            <a:endParaRPr lang="en-US" sz="1009" dirty="0">
              <a:solidFill>
                <a:srgbClr val="326799"/>
              </a:solidFill>
              <a:ea typeface="Avenir Next" charset="0"/>
              <a:cs typeface="Avenir Next" charset="0"/>
            </a:endParaRPr>
          </a:p>
          <a:p>
            <a:pPr algn="just">
              <a:spcAft>
                <a:spcPts val="1009"/>
              </a:spcAft>
            </a:pPr>
            <a:r>
              <a:rPr lang="en-US" sz="3027" dirty="0">
                <a:ea typeface="Avenir Next" charset="0"/>
                <a:cs typeface="Avenir Next" charset="0"/>
              </a:rPr>
              <a:t>NCEP</a:t>
            </a:r>
            <a:r>
              <a:rPr lang="ja-JP" altLang="en-US" sz="3027">
                <a:ea typeface="Avenir Next" charset="0"/>
                <a:cs typeface="Avenir Next" charset="0"/>
              </a:rPr>
              <a:t>で開発された予報モデル</a:t>
            </a:r>
            <a:r>
              <a:rPr lang="en-US" sz="3027" dirty="0">
                <a:ea typeface="Avenir Next" charset="0"/>
                <a:cs typeface="Avenir Next" charset="0"/>
              </a:rPr>
              <a:t>Global Spectral Model</a:t>
            </a:r>
            <a:r>
              <a:rPr lang="ja-JP" altLang="en-US" sz="3027">
                <a:ea typeface="Avenir Next" charset="0"/>
                <a:cs typeface="Avenir Next" charset="0"/>
              </a:rPr>
              <a:t>に、水同位体物質の挙動を導入したもの。水同位体には相変化の際の分別が生じるため、実際の降水同位体比や水蒸気同位体比等の観測データと比較することで、大気水循環過程の診断を行うことができる。一方、モデル内で分別を起こさないようにすると、特定の水蒸気を現実の水蒸気と分離してその行方を計算することができる。こうした手法は</a:t>
            </a:r>
            <a:r>
              <a:rPr lang="en-US" sz="3027" dirty="0">
                <a:ea typeface="Avenir Next" charset="0"/>
                <a:cs typeface="Avenir Next" charset="0"/>
              </a:rPr>
              <a:t>Virtual Water Vapor Tracer</a:t>
            </a:r>
            <a:r>
              <a:rPr lang="ja-JP" altLang="en-US" sz="3027">
                <a:ea typeface="Avenir Next" charset="0"/>
                <a:cs typeface="Avenir Next" charset="0"/>
              </a:rPr>
              <a:t>や色水解析などと呼ばれていて、気象・気候・水文分野の様々な研究にもちいられている。</a:t>
            </a:r>
            <a:endParaRPr lang="en-US" sz="3027" dirty="0">
              <a:ea typeface="Avenir Next" charset="0"/>
              <a:cs typeface="Avenir Next" charset="0"/>
            </a:endParaRPr>
          </a:p>
        </p:txBody>
      </p:sp>
      <p:sp>
        <p:nvSpPr>
          <p:cNvPr id="36" name="Rectangle 7">
            <a:extLst>
              <a:ext uri="{FF2B5EF4-FFF2-40B4-BE49-F238E27FC236}">
                <a16:creationId xmlns:a16="http://schemas.microsoft.com/office/drawing/2014/main" id="{42D0B4E0-CC1D-A04E-86C4-C7B31B397FFD}"/>
              </a:ext>
            </a:extLst>
          </p:cNvPr>
          <p:cNvSpPr>
            <a:spLocks noChangeArrowheads="1"/>
          </p:cNvSpPr>
          <p:nvPr/>
        </p:nvSpPr>
        <p:spPr bwMode="auto">
          <a:xfrm>
            <a:off x="716782" y="22577605"/>
            <a:ext cx="9497981" cy="68191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76814" tIns="38411" rIns="76814" bIns="38411" numCol="1" spcCol="360000"/>
          <a:lstStyle/>
          <a:p>
            <a:pPr algn="just">
              <a:lnSpc>
                <a:spcPct val="110000"/>
              </a:lnSpc>
            </a:pPr>
            <a:r>
              <a:rPr lang="en-US" sz="3699" b="1" dirty="0" err="1">
                <a:solidFill>
                  <a:srgbClr val="0D5291"/>
                </a:solidFill>
                <a:ea typeface="Avenir Next" charset="0"/>
                <a:cs typeface="Avenir Next" charset="0"/>
              </a:rPr>
              <a:t>実験設定</a:t>
            </a:r>
            <a:endParaRPr lang="en-US" sz="3699" b="1" dirty="0">
              <a:solidFill>
                <a:srgbClr val="0D5291"/>
              </a:solidFill>
              <a:ea typeface="Avenir Next" charset="0"/>
              <a:cs typeface="Avenir Next" charset="0"/>
            </a:endParaRPr>
          </a:p>
          <a:p>
            <a:pPr algn="just">
              <a:lnSpc>
                <a:spcPct val="110000"/>
              </a:lnSpc>
            </a:pPr>
            <a:endParaRPr lang="en-US" sz="1009" dirty="0">
              <a:solidFill>
                <a:srgbClr val="326799"/>
              </a:solidFill>
              <a:ea typeface="Avenir Next" charset="0"/>
              <a:cs typeface="Avenir Next" charset="0"/>
            </a:endParaRPr>
          </a:p>
          <a:p>
            <a:pPr algn="just">
              <a:spcAft>
                <a:spcPts val="1009"/>
              </a:spcAft>
            </a:pPr>
            <a:r>
              <a:rPr lang="ja-JP" altLang="en-US" sz="3027">
                <a:ea typeface="Avenir Next" charset="0"/>
                <a:cs typeface="Avenir Next" charset="0"/>
              </a:rPr>
              <a:t>北緯</a:t>
            </a:r>
            <a:r>
              <a:rPr lang="en-US" altLang="ja-JP" sz="3027" dirty="0">
                <a:ea typeface="Avenir Next" charset="0"/>
                <a:cs typeface="Avenir Next" charset="0"/>
              </a:rPr>
              <a:t>30〜45</a:t>
            </a:r>
            <a:r>
              <a:rPr lang="ja-JP" altLang="en-US" sz="3027">
                <a:ea typeface="Avenir Next" charset="0"/>
                <a:cs typeface="Avenir Next" charset="0"/>
              </a:rPr>
              <a:t>度・東経</a:t>
            </a:r>
            <a:r>
              <a:rPr lang="en-US" altLang="ja-JP" sz="3027" dirty="0">
                <a:ea typeface="Avenir Next" charset="0"/>
                <a:cs typeface="Avenir Next" charset="0"/>
              </a:rPr>
              <a:t>130〜145</a:t>
            </a:r>
            <a:r>
              <a:rPr lang="ja-JP" altLang="en-US" sz="3027">
                <a:ea typeface="Avenir Next" charset="0"/>
                <a:cs typeface="Avenir Next" charset="0"/>
              </a:rPr>
              <a:t>度を日本域、南緯</a:t>
            </a:r>
            <a:r>
              <a:rPr lang="en-US" altLang="ja-JP" sz="3027" dirty="0">
                <a:ea typeface="Avenir Next" charset="0"/>
                <a:cs typeface="Avenir Next" charset="0"/>
              </a:rPr>
              <a:t>30〜45</a:t>
            </a:r>
            <a:r>
              <a:rPr lang="ja-JP" altLang="en-US" sz="3027">
                <a:ea typeface="Avenir Next" charset="0"/>
                <a:cs typeface="Avenir Next" charset="0"/>
              </a:rPr>
              <a:t>度・西経</a:t>
            </a:r>
            <a:r>
              <a:rPr lang="en-US" altLang="ja-JP" sz="3027" dirty="0">
                <a:ea typeface="Avenir Next" charset="0"/>
                <a:cs typeface="Avenir Next" charset="0"/>
              </a:rPr>
              <a:t>35〜50</a:t>
            </a:r>
            <a:r>
              <a:rPr lang="ja-JP" altLang="en-US" sz="3027">
                <a:ea typeface="Avenir Next" charset="0"/>
                <a:cs typeface="Avenir Next" charset="0"/>
              </a:rPr>
              <a:t>度をブラジル域と定義した。その地域を蒸発してから降水した場合は、降水した地域に元からある水と混じったあと、その地域から蒸発する際に混ざった際の濃度で大気に返っていくという設定とした。積分期間は</a:t>
            </a:r>
            <a:r>
              <a:rPr lang="en-US" altLang="ja-JP" sz="3027" dirty="0">
                <a:ea typeface="Avenir Next" charset="0"/>
                <a:cs typeface="Avenir Next" charset="0"/>
              </a:rPr>
              <a:t>3</a:t>
            </a:r>
            <a:r>
              <a:rPr lang="ja-JP" altLang="en-US" sz="3027">
                <a:ea typeface="Avenir Next" charset="0"/>
                <a:cs typeface="Avenir Next" charset="0"/>
              </a:rPr>
              <a:t>ヶ月間、</a:t>
            </a:r>
            <a:r>
              <a:rPr lang="en-US" altLang="ja-JP" sz="3027" dirty="0">
                <a:ea typeface="Avenir Next" charset="0"/>
                <a:cs typeface="Avenir Next" charset="0"/>
              </a:rPr>
              <a:t>1982</a:t>
            </a:r>
            <a:r>
              <a:rPr lang="ja-JP" altLang="en-US" sz="3027">
                <a:ea typeface="Avenir Next" charset="0"/>
                <a:cs typeface="Avenir Next" charset="0"/>
              </a:rPr>
              <a:t>年・</a:t>
            </a:r>
            <a:r>
              <a:rPr lang="en-US" altLang="ja-JP" sz="3027" dirty="0">
                <a:ea typeface="Avenir Next" charset="0"/>
                <a:cs typeface="Avenir Next" charset="0"/>
              </a:rPr>
              <a:t>1997</a:t>
            </a:r>
            <a:r>
              <a:rPr lang="ja-JP" altLang="en-US" sz="3027">
                <a:ea typeface="Avenir Next" charset="0"/>
                <a:cs typeface="Avenir Next" charset="0"/>
              </a:rPr>
              <a:t>年・</a:t>
            </a:r>
            <a:r>
              <a:rPr lang="en-US" altLang="ja-JP" sz="3027" dirty="0">
                <a:ea typeface="Avenir Next" charset="0"/>
                <a:cs typeface="Avenir Next" charset="0"/>
              </a:rPr>
              <a:t>1998</a:t>
            </a:r>
            <a:r>
              <a:rPr lang="ja-JP" altLang="en-US" sz="3027">
                <a:ea typeface="Avenir Next" charset="0"/>
                <a:cs typeface="Avenir Next" charset="0"/>
              </a:rPr>
              <a:t>年・</a:t>
            </a:r>
            <a:r>
              <a:rPr lang="en-US" altLang="ja-JP" sz="3027" dirty="0">
                <a:ea typeface="Avenir Next" charset="0"/>
                <a:cs typeface="Avenir Next" charset="0"/>
              </a:rPr>
              <a:t>2010</a:t>
            </a:r>
            <a:r>
              <a:rPr lang="ja-JP" altLang="en-US" sz="3027">
                <a:ea typeface="Avenir Next" charset="0"/>
                <a:cs typeface="Avenir Next" charset="0"/>
              </a:rPr>
              <a:t>年の</a:t>
            </a:r>
            <a:r>
              <a:rPr lang="en-US" altLang="ja-JP" sz="3027" dirty="0">
                <a:ea typeface="Avenir Next" charset="0"/>
                <a:cs typeface="Avenir Next" charset="0"/>
              </a:rPr>
              <a:t>6</a:t>
            </a:r>
            <a:r>
              <a:rPr lang="ja-JP" altLang="en-US" sz="3027">
                <a:ea typeface="Avenir Next" charset="0"/>
                <a:cs typeface="Avenir Next" charset="0"/>
              </a:rPr>
              <a:t>月</a:t>
            </a:r>
            <a:r>
              <a:rPr lang="en-US" altLang="ja-JP" sz="3027" dirty="0">
                <a:ea typeface="Avenir Next" charset="0"/>
                <a:cs typeface="Avenir Next" charset="0"/>
              </a:rPr>
              <a:t>1</a:t>
            </a:r>
            <a:r>
              <a:rPr lang="ja-JP" altLang="en-US" sz="3027">
                <a:ea typeface="Avenir Next" charset="0"/>
                <a:cs typeface="Avenir Next" charset="0"/>
              </a:rPr>
              <a:t>日と</a:t>
            </a:r>
            <a:r>
              <a:rPr lang="en-US" altLang="ja-JP" sz="3027" dirty="0">
                <a:ea typeface="Avenir Next" charset="0"/>
                <a:cs typeface="Avenir Next" charset="0"/>
              </a:rPr>
              <a:t>12</a:t>
            </a:r>
            <a:r>
              <a:rPr lang="ja-JP" altLang="en-US" sz="3027">
                <a:ea typeface="Avenir Next" charset="0"/>
                <a:cs typeface="Avenir Next" charset="0"/>
              </a:rPr>
              <a:t>月</a:t>
            </a:r>
            <a:r>
              <a:rPr lang="en-US" altLang="ja-JP" sz="3027" dirty="0">
                <a:ea typeface="Avenir Next" charset="0"/>
                <a:cs typeface="Avenir Next" charset="0"/>
              </a:rPr>
              <a:t>1</a:t>
            </a:r>
            <a:r>
              <a:rPr lang="ja-JP" altLang="en-US" sz="3027">
                <a:ea typeface="Avenir Next" charset="0"/>
                <a:cs typeface="Avenir Next" charset="0"/>
              </a:rPr>
              <a:t>日を初期時刻とした実験を行った。出身地の色水（日本の水・ブラジルの水）の鉛直積算水蒸気量の、それぞれの目的地（南緯</a:t>
            </a:r>
            <a:r>
              <a:rPr lang="en-US" altLang="ja-JP" sz="3027" dirty="0">
                <a:ea typeface="Avenir Next" charset="0"/>
                <a:cs typeface="Avenir Next" charset="0"/>
              </a:rPr>
              <a:t>40</a:t>
            </a:r>
            <a:r>
              <a:rPr lang="ja-JP" altLang="en-US" sz="3027">
                <a:ea typeface="Avenir Next" charset="0"/>
                <a:cs typeface="Avenir Next" charset="0"/>
              </a:rPr>
              <a:t>度・西経</a:t>
            </a:r>
            <a:r>
              <a:rPr lang="en-US" altLang="ja-JP" sz="3027" dirty="0">
                <a:ea typeface="Avenir Next" charset="0"/>
                <a:cs typeface="Avenir Next" charset="0"/>
              </a:rPr>
              <a:t>40</a:t>
            </a:r>
            <a:r>
              <a:rPr lang="ja-JP" altLang="en-US" sz="3027">
                <a:ea typeface="Avenir Next" charset="0"/>
                <a:cs typeface="Avenir Next" charset="0"/>
              </a:rPr>
              <a:t>度及び北緯</a:t>
            </a:r>
            <a:r>
              <a:rPr lang="en-US" altLang="ja-JP" sz="3027" dirty="0">
                <a:ea typeface="Avenir Next" charset="0"/>
                <a:cs typeface="Avenir Next" charset="0"/>
              </a:rPr>
              <a:t>40</a:t>
            </a:r>
            <a:r>
              <a:rPr lang="ja-JP" altLang="en-US" sz="3027">
                <a:ea typeface="Avenir Next" charset="0"/>
                <a:cs typeface="Avenir Next" charset="0"/>
              </a:rPr>
              <a:t>度・東経</a:t>
            </a:r>
            <a:r>
              <a:rPr lang="en-US" altLang="ja-JP" sz="3027" dirty="0">
                <a:ea typeface="Avenir Next" charset="0"/>
                <a:cs typeface="Avenir Next" charset="0"/>
              </a:rPr>
              <a:t>140</a:t>
            </a:r>
            <a:r>
              <a:rPr lang="ja-JP" altLang="en-US" sz="3027">
                <a:ea typeface="Avenir Next" charset="0"/>
                <a:cs typeface="Avenir Next" charset="0"/>
              </a:rPr>
              <a:t>度）での時間変化を抽出し、閾値（</a:t>
            </a:r>
            <a:r>
              <a:rPr lang="en-US" altLang="ja-JP" sz="3027" dirty="0">
                <a:ea typeface="Avenir Next" charset="0"/>
                <a:cs typeface="Avenir Next" charset="0"/>
              </a:rPr>
              <a:t>0.0005</a:t>
            </a:r>
            <a:r>
              <a:rPr lang="en-US" sz="3027" dirty="0">
                <a:ea typeface="Avenir Next" charset="0"/>
                <a:cs typeface="Avenir Next" charset="0"/>
              </a:rPr>
              <a:t>kg/m2）</a:t>
            </a:r>
            <a:r>
              <a:rPr lang="ja-JP" altLang="en-US" sz="3027">
                <a:ea typeface="Avenir Next" charset="0"/>
                <a:cs typeface="Avenir Next" charset="0"/>
              </a:rPr>
              <a:t>を超えた時点を到達の定義とした。</a:t>
            </a:r>
            <a:endParaRPr lang="en-US" sz="3027" dirty="0">
              <a:ea typeface="Avenir Next" charset="0"/>
              <a:cs typeface="Avenir Next" charset="0"/>
            </a:endParaRPr>
          </a:p>
          <a:p>
            <a:pPr algn="just">
              <a:spcAft>
                <a:spcPts val="1009"/>
              </a:spcAft>
            </a:pPr>
            <a:endParaRPr lang="en-US" sz="3027" dirty="0">
              <a:ea typeface="Avenir Next" charset="0"/>
              <a:cs typeface="Avenir Next" charset="0"/>
            </a:endParaRPr>
          </a:p>
        </p:txBody>
      </p:sp>
      <p:sp>
        <p:nvSpPr>
          <p:cNvPr id="41" name="Rectangle 7">
            <a:extLst>
              <a:ext uri="{FF2B5EF4-FFF2-40B4-BE49-F238E27FC236}">
                <a16:creationId xmlns:a16="http://schemas.microsoft.com/office/drawing/2014/main" id="{8D0B01CE-49D0-939F-568C-837213162CB9}"/>
              </a:ext>
            </a:extLst>
          </p:cNvPr>
          <p:cNvSpPr>
            <a:spLocks noChangeArrowheads="1"/>
          </p:cNvSpPr>
          <p:nvPr/>
        </p:nvSpPr>
        <p:spPr bwMode="auto">
          <a:xfrm>
            <a:off x="10804115" y="10740866"/>
            <a:ext cx="13967898" cy="4635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76814" tIns="38411" rIns="76814" bIns="38411" numCol="1" spcCol="360000"/>
          <a:lstStyle/>
          <a:p>
            <a:pPr algn="just">
              <a:lnSpc>
                <a:spcPct val="110000"/>
              </a:lnSpc>
            </a:pPr>
            <a:r>
              <a:rPr lang="en-US" sz="3699" b="1" dirty="0" err="1">
                <a:solidFill>
                  <a:srgbClr val="0D5291"/>
                </a:solidFill>
                <a:ea typeface="Avenir Next" charset="0"/>
                <a:cs typeface="Avenir Next" charset="0"/>
              </a:rPr>
              <a:t>実験結果①季節変化（冬半球→夏半球が早い</a:t>
            </a:r>
            <a:r>
              <a:rPr lang="en-US" sz="3699" b="1" dirty="0">
                <a:solidFill>
                  <a:srgbClr val="0D5291"/>
                </a:solidFill>
                <a:ea typeface="Avenir Next" charset="0"/>
                <a:cs typeface="Avenir Next" charset="0"/>
              </a:rPr>
              <a:t>）</a:t>
            </a:r>
          </a:p>
          <a:p>
            <a:pPr algn="just">
              <a:spcAft>
                <a:spcPts val="1009"/>
              </a:spcAft>
            </a:pPr>
            <a:r>
              <a:rPr lang="ja-JP" altLang="en-US" sz="3027">
                <a:ea typeface="Avenir Next" charset="0"/>
                <a:cs typeface="Avenir Next" charset="0"/>
              </a:rPr>
              <a:t>まず、日本の水がブラジルに到達するまでの平均期間は、</a:t>
            </a:r>
            <a:r>
              <a:rPr lang="en-US" altLang="ja-JP" sz="3027" dirty="0">
                <a:ea typeface="Avenir Next" charset="0"/>
                <a:cs typeface="Avenir Next" charset="0"/>
              </a:rPr>
              <a:t>6</a:t>
            </a:r>
            <a:r>
              <a:rPr lang="ja-JP" altLang="en-US" sz="3027">
                <a:ea typeface="Avenir Next" charset="0"/>
                <a:cs typeface="Avenir Next" charset="0"/>
              </a:rPr>
              <a:t>月が</a:t>
            </a:r>
            <a:r>
              <a:rPr lang="en-US" altLang="ja-JP" sz="3027" dirty="0">
                <a:ea typeface="Avenir Next" charset="0"/>
                <a:cs typeface="Avenir Next" charset="0"/>
              </a:rPr>
              <a:t>73</a:t>
            </a:r>
            <a:r>
              <a:rPr lang="ja-JP" altLang="en-US" sz="3027">
                <a:ea typeface="Avenir Next" charset="0"/>
                <a:cs typeface="Avenir Next" charset="0"/>
              </a:rPr>
              <a:t>日（到達しなかった</a:t>
            </a:r>
            <a:r>
              <a:rPr lang="en-US" altLang="ja-JP" sz="3027" dirty="0">
                <a:ea typeface="Avenir Next" charset="0"/>
                <a:cs typeface="Avenir Next" charset="0"/>
              </a:rPr>
              <a:t>2</a:t>
            </a:r>
            <a:r>
              <a:rPr lang="ja-JP" altLang="en-US" sz="3027">
                <a:ea typeface="Avenir Next" charset="0"/>
                <a:cs typeface="Avenir Next" charset="0"/>
              </a:rPr>
              <a:t>つを除くため、実際にはもっと長い）、</a:t>
            </a:r>
            <a:r>
              <a:rPr lang="en-US" altLang="ja-JP" sz="3027" dirty="0">
                <a:ea typeface="Avenir Next" charset="0"/>
                <a:cs typeface="Avenir Next" charset="0"/>
              </a:rPr>
              <a:t>12</a:t>
            </a:r>
            <a:r>
              <a:rPr lang="ja-JP" altLang="en-US" sz="3027">
                <a:ea typeface="Avenir Next" charset="0"/>
                <a:cs typeface="Avenir Next" charset="0"/>
              </a:rPr>
              <a:t>月は</a:t>
            </a:r>
            <a:r>
              <a:rPr lang="en-US" altLang="ja-JP" sz="3027" dirty="0">
                <a:ea typeface="Avenir Next" charset="0"/>
                <a:cs typeface="Avenir Next" charset="0"/>
              </a:rPr>
              <a:t>41</a:t>
            </a:r>
            <a:r>
              <a:rPr lang="ja-JP" altLang="en-US" sz="3027">
                <a:ea typeface="Avenir Next" charset="0"/>
                <a:cs typeface="Avenir Next" charset="0"/>
              </a:rPr>
              <a:t>日であり、ブラジルの水が日本に到達するまでの期間は、</a:t>
            </a:r>
            <a:r>
              <a:rPr lang="en-US" altLang="ja-JP" sz="3027" dirty="0">
                <a:ea typeface="Avenir Next" charset="0"/>
                <a:cs typeface="Avenir Next" charset="0"/>
              </a:rPr>
              <a:t>6</a:t>
            </a:r>
            <a:r>
              <a:rPr lang="ja-JP" altLang="en-US" sz="3027">
                <a:ea typeface="Avenir Next" charset="0"/>
                <a:cs typeface="Avenir Next" charset="0"/>
              </a:rPr>
              <a:t>月が</a:t>
            </a:r>
            <a:r>
              <a:rPr lang="en-US" altLang="ja-JP" sz="3027" dirty="0">
                <a:ea typeface="Avenir Next" charset="0"/>
                <a:cs typeface="Avenir Next" charset="0"/>
              </a:rPr>
              <a:t>38</a:t>
            </a:r>
            <a:r>
              <a:rPr lang="ja-JP" altLang="en-US" sz="3027">
                <a:ea typeface="Avenir Next" charset="0"/>
                <a:cs typeface="Avenir Next" charset="0"/>
              </a:rPr>
              <a:t>日、</a:t>
            </a:r>
            <a:r>
              <a:rPr lang="en-US" altLang="ja-JP" sz="3027" dirty="0">
                <a:ea typeface="Avenir Next" charset="0"/>
                <a:cs typeface="Avenir Next" charset="0"/>
              </a:rPr>
              <a:t>12</a:t>
            </a:r>
            <a:r>
              <a:rPr lang="ja-JP" altLang="en-US" sz="3027">
                <a:ea typeface="Avenir Next" charset="0"/>
                <a:cs typeface="Avenir Next" charset="0"/>
              </a:rPr>
              <a:t>月は</a:t>
            </a:r>
            <a:r>
              <a:rPr lang="en-US" altLang="ja-JP" sz="3027" dirty="0">
                <a:ea typeface="Avenir Next" charset="0"/>
                <a:cs typeface="Avenir Next" charset="0"/>
              </a:rPr>
              <a:t>75</a:t>
            </a:r>
            <a:r>
              <a:rPr lang="ja-JP" altLang="en-US" sz="3027">
                <a:ea typeface="Avenir Next" charset="0"/>
                <a:cs typeface="Avenir Next" charset="0"/>
              </a:rPr>
              <a:t>日であった。言い換えると、冬半球を出発して夏半球に到達する水蒸気のほうが圧倒的に早いことがわかる。これは、イギリスとニュージーランドの実験の時と同様の結果であり、基本的には、夏半球側に</a:t>
            </a:r>
            <a:r>
              <a:rPr lang="en-US" sz="3027" dirty="0">
                <a:ea typeface="Avenir Next" charset="0"/>
                <a:cs typeface="Avenir Next" charset="0"/>
              </a:rPr>
              <a:t>ITCZ</a:t>
            </a:r>
            <a:r>
              <a:rPr lang="ja-JP" altLang="en-US" sz="3027">
                <a:ea typeface="Avenir Next" charset="0"/>
                <a:cs typeface="Avenir Next" charset="0"/>
              </a:rPr>
              <a:t>がシフトすることで貿易風が冬半球から夏半球に吹き込み、夏半球に水蒸気が流入しやすいためだと解釈できる。</a:t>
            </a:r>
            <a:endParaRPr lang="en-US" sz="3027" dirty="0">
              <a:ea typeface="Avenir Next" charset="0"/>
              <a:cs typeface="Avenir Next" charset="0"/>
            </a:endParaRPr>
          </a:p>
        </p:txBody>
      </p:sp>
      <p:sp>
        <p:nvSpPr>
          <p:cNvPr id="52" name="Rectangle 7">
            <a:extLst>
              <a:ext uri="{FF2B5EF4-FFF2-40B4-BE49-F238E27FC236}">
                <a16:creationId xmlns:a16="http://schemas.microsoft.com/office/drawing/2014/main" id="{C4C1F6E1-344F-958A-8982-5A3ABB9D2468}"/>
              </a:ext>
            </a:extLst>
          </p:cNvPr>
          <p:cNvSpPr>
            <a:spLocks noChangeArrowheads="1"/>
          </p:cNvSpPr>
          <p:nvPr/>
        </p:nvSpPr>
        <p:spPr bwMode="auto">
          <a:xfrm>
            <a:off x="10804115" y="22747729"/>
            <a:ext cx="14003156" cy="4382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76814" tIns="38411" rIns="76814" bIns="38411" numCol="1" spcCol="360000"/>
          <a:lstStyle/>
          <a:p>
            <a:pPr algn="just">
              <a:lnSpc>
                <a:spcPct val="110000"/>
              </a:lnSpc>
            </a:pPr>
            <a:r>
              <a:rPr lang="en-US" sz="3699" b="1" dirty="0" err="1">
                <a:solidFill>
                  <a:srgbClr val="0D5291"/>
                </a:solidFill>
                <a:ea typeface="Avenir Next" charset="0"/>
                <a:cs typeface="Avenir Next" charset="0"/>
              </a:rPr>
              <a:t>実験結果②輸送経路の地域差（ブラジル→日本が早い</a:t>
            </a:r>
            <a:r>
              <a:rPr lang="en-US" sz="3699" b="1" dirty="0">
                <a:solidFill>
                  <a:srgbClr val="0D5291"/>
                </a:solidFill>
                <a:ea typeface="Avenir Next" charset="0"/>
                <a:cs typeface="Avenir Next" charset="0"/>
              </a:rPr>
              <a:t>）</a:t>
            </a:r>
            <a:endParaRPr lang="en-US" sz="1009" dirty="0">
              <a:solidFill>
                <a:srgbClr val="326799"/>
              </a:solidFill>
              <a:ea typeface="Avenir Next" charset="0"/>
              <a:cs typeface="Avenir Next" charset="0"/>
            </a:endParaRPr>
          </a:p>
          <a:p>
            <a:pPr algn="just">
              <a:spcAft>
                <a:spcPts val="1009"/>
              </a:spcAft>
            </a:pPr>
            <a:r>
              <a:rPr lang="ja-JP" altLang="en-US" sz="3027">
                <a:ea typeface="Avenir Next" charset="0"/>
                <a:cs typeface="Avenir Next" charset="0"/>
              </a:rPr>
              <a:t>同じ夏半球への到達でも、</a:t>
            </a:r>
            <a:r>
              <a:rPr lang="en-US" altLang="ja-JP" sz="3027" dirty="0">
                <a:ea typeface="Avenir Next" charset="0"/>
                <a:cs typeface="Avenir Next" charset="0"/>
              </a:rPr>
              <a:t>6</a:t>
            </a:r>
            <a:r>
              <a:rPr lang="ja-JP" altLang="en-US" sz="3027">
                <a:ea typeface="Avenir Next" charset="0"/>
                <a:cs typeface="Avenir Next" charset="0"/>
              </a:rPr>
              <a:t>月のブラジルから日本への水のほうが、</a:t>
            </a:r>
            <a:r>
              <a:rPr lang="en-US" altLang="ja-JP" sz="3027" dirty="0">
                <a:ea typeface="Avenir Next" charset="0"/>
                <a:cs typeface="Avenir Next" charset="0"/>
              </a:rPr>
              <a:t>12</a:t>
            </a:r>
            <a:r>
              <a:rPr lang="ja-JP" altLang="en-US" sz="3027">
                <a:ea typeface="Avenir Next" charset="0"/>
                <a:cs typeface="Avenir Next" charset="0"/>
              </a:rPr>
              <a:t>月の日本からブラジルへの水よりも早く、量も多いことがわかった。これは、図にあるように、</a:t>
            </a:r>
            <a:r>
              <a:rPr lang="en-US" altLang="ja-JP" sz="3027" dirty="0">
                <a:ea typeface="Avenir Next" charset="0"/>
                <a:cs typeface="Avenir Next" charset="0"/>
              </a:rPr>
              <a:t>12</a:t>
            </a:r>
            <a:r>
              <a:rPr lang="ja-JP" altLang="en-US" sz="3027">
                <a:ea typeface="Avenir Next" charset="0"/>
                <a:cs typeface="Avenir Next" charset="0"/>
              </a:rPr>
              <a:t>月に日本を出た水蒸気は北東モンスーンに乗って南半球にわたるが、その際西に向かうこととなり、</a:t>
            </a:r>
            <a:r>
              <a:rPr lang="en-US" altLang="ja-JP" sz="3027" dirty="0">
                <a:ea typeface="Avenir Next" charset="0"/>
                <a:cs typeface="Avenir Next" charset="0"/>
              </a:rPr>
              <a:t>6</a:t>
            </a:r>
            <a:r>
              <a:rPr lang="ja-JP" altLang="en-US" sz="3027">
                <a:ea typeface="Avenir Next" charset="0"/>
                <a:cs typeface="Avenir Next" charset="0"/>
              </a:rPr>
              <a:t>月にブラジルを出た水蒸気が偏西風に乗ってインド洋まで到達し、そのまま南西モンスーンに乗って日本に到達するよりも遠回りをしていたためだと考えられる。</a:t>
            </a:r>
            <a:endParaRPr lang="en-US" sz="3027" dirty="0">
              <a:ea typeface="Avenir Next" charset="0"/>
              <a:cs typeface="Avenir Next" charset="0"/>
            </a:endParaRPr>
          </a:p>
        </p:txBody>
      </p:sp>
      <p:sp>
        <p:nvSpPr>
          <p:cNvPr id="62" name="ZoneTexte 61">
            <a:extLst>
              <a:ext uri="{FF2B5EF4-FFF2-40B4-BE49-F238E27FC236}">
                <a16:creationId xmlns:a16="http://schemas.microsoft.com/office/drawing/2014/main" id="{58B63D76-3752-B8DE-2978-B746C0A52178}"/>
              </a:ext>
            </a:extLst>
          </p:cNvPr>
          <p:cNvSpPr txBox="1"/>
          <p:nvPr/>
        </p:nvSpPr>
        <p:spPr>
          <a:xfrm>
            <a:off x="10849627" y="21053621"/>
            <a:ext cx="13922386" cy="1384995"/>
          </a:xfrm>
          <a:prstGeom prst="rect">
            <a:avLst/>
          </a:prstGeom>
          <a:noFill/>
        </p:spPr>
        <p:txBody>
          <a:bodyPr wrap="square" rtlCol="0">
            <a:spAutoFit/>
          </a:bodyPr>
          <a:lstStyle/>
          <a:p>
            <a:pPr algn="just"/>
            <a:r>
              <a:rPr lang="en-US" sz="2800" b="1" dirty="0"/>
              <a:t>Figure 3</a:t>
            </a:r>
            <a:r>
              <a:rPr lang="en-US" sz="2800" dirty="0"/>
              <a:t>: 到達地域における、出身地域起源の水蒸気量の時間変化を示す図。左は冬半球から夏半球への輸送、右はその逆を示す。上段はブラジルから日本、下段は日本からブラジルを示す。</a:t>
            </a:r>
          </a:p>
        </p:txBody>
      </p:sp>
      <p:sp>
        <p:nvSpPr>
          <p:cNvPr id="88" name="ZoneTexte 57">
            <a:extLst>
              <a:ext uri="{FF2B5EF4-FFF2-40B4-BE49-F238E27FC236}">
                <a16:creationId xmlns:a16="http://schemas.microsoft.com/office/drawing/2014/main" id="{CD53E088-54DA-DA70-E440-FA7DA2FE1247}"/>
              </a:ext>
            </a:extLst>
          </p:cNvPr>
          <p:cNvSpPr txBox="1"/>
          <p:nvPr/>
        </p:nvSpPr>
        <p:spPr>
          <a:xfrm>
            <a:off x="883680" y="21612790"/>
            <a:ext cx="9497981" cy="523220"/>
          </a:xfrm>
          <a:prstGeom prst="rect">
            <a:avLst/>
          </a:prstGeom>
          <a:noFill/>
        </p:spPr>
        <p:txBody>
          <a:bodyPr wrap="square" rtlCol="0">
            <a:spAutoFit/>
          </a:bodyPr>
          <a:lstStyle/>
          <a:p>
            <a:pPr algn="just"/>
            <a:r>
              <a:rPr lang="en-US" sz="2800" b="1" dirty="0"/>
              <a:t>Figure 1: </a:t>
            </a:r>
            <a:r>
              <a:rPr lang="en-US" sz="2800" dirty="0" err="1"/>
              <a:t>IsoGSMの仕様</a:t>
            </a:r>
            <a:endParaRPr lang="en-US" sz="2800" dirty="0"/>
          </a:p>
        </p:txBody>
      </p:sp>
      <p:sp>
        <p:nvSpPr>
          <p:cNvPr id="89" name="ZoneTexte 57">
            <a:extLst>
              <a:ext uri="{FF2B5EF4-FFF2-40B4-BE49-F238E27FC236}">
                <a16:creationId xmlns:a16="http://schemas.microsoft.com/office/drawing/2014/main" id="{ADC839FA-1B11-62BE-C082-F0E2575E0694}"/>
              </a:ext>
            </a:extLst>
          </p:cNvPr>
          <p:cNvSpPr txBox="1"/>
          <p:nvPr/>
        </p:nvSpPr>
        <p:spPr>
          <a:xfrm>
            <a:off x="1038507" y="33521281"/>
            <a:ext cx="9497981" cy="954107"/>
          </a:xfrm>
          <a:prstGeom prst="rect">
            <a:avLst/>
          </a:prstGeom>
          <a:noFill/>
        </p:spPr>
        <p:txBody>
          <a:bodyPr wrap="square" rtlCol="0">
            <a:spAutoFit/>
          </a:bodyPr>
          <a:lstStyle/>
          <a:p>
            <a:pPr algn="just"/>
            <a:r>
              <a:rPr lang="en-US" sz="2800" b="1" dirty="0"/>
              <a:t>Figure 2: </a:t>
            </a:r>
            <a:r>
              <a:rPr lang="en-US" altLang="ja-JP" sz="2800" b="1" dirty="0"/>
              <a:t>3</a:t>
            </a:r>
            <a:r>
              <a:rPr lang="en-US" sz="2800" dirty="0"/>
              <a:t>種類の経路の概念図。今回は、中段の経由地におけるリサイクルを考慮する設定とした。</a:t>
            </a:r>
          </a:p>
        </p:txBody>
      </p:sp>
      <p:sp>
        <p:nvSpPr>
          <p:cNvPr id="93" name="ZoneTexte 56">
            <a:extLst>
              <a:ext uri="{FF2B5EF4-FFF2-40B4-BE49-F238E27FC236}">
                <a16:creationId xmlns:a16="http://schemas.microsoft.com/office/drawing/2014/main" id="{E16ACA11-BB01-12C4-A5AB-A8579464295B}"/>
              </a:ext>
            </a:extLst>
          </p:cNvPr>
          <p:cNvSpPr txBox="1"/>
          <p:nvPr/>
        </p:nvSpPr>
        <p:spPr>
          <a:xfrm>
            <a:off x="11138749" y="33555376"/>
            <a:ext cx="13275132" cy="954107"/>
          </a:xfrm>
          <a:prstGeom prst="rect">
            <a:avLst/>
          </a:prstGeom>
          <a:noFill/>
        </p:spPr>
        <p:txBody>
          <a:bodyPr wrap="square" rtlCol="0">
            <a:spAutoFit/>
          </a:bodyPr>
          <a:lstStyle/>
          <a:p>
            <a:pPr algn="just"/>
            <a:r>
              <a:rPr lang="en-US" sz="2800" b="1" dirty="0"/>
              <a:t>Figure 4</a:t>
            </a:r>
            <a:r>
              <a:rPr lang="en-US" sz="2800" dirty="0"/>
              <a:t>: </a:t>
            </a:r>
            <a:r>
              <a:rPr lang="en-US" sz="2800" dirty="0" err="1"/>
              <a:t>冬半球から夏半球への輸送の際の、日本からブラジル（上段）とブラジルから日本（下段）の典型経路についての模式図</a:t>
            </a:r>
            <a:endParaRPr lang="en-US" sz="2800" dirty="0"/>
          </a:p>
        </p:txBody>
      </p:sp>
      <p:pic>
        <p:nvPicPr>
          <p:cNvPr id="28" name="Picture 27" descr="A group of people sitting at a table&#10;&#10;AI-generated content may be incorrect.">
            <a:extLst>
              <a:ext uri="{FF2B5EF4-FFF2-40B4-BE49-F238E27FC236}">
                <a16:creationId xmlns:a16="http://schemas.microsoft.com/office/drawing/2014/main" id="{9FD561C0-6685-2CC9-4474-D8487D440FB1}"/>
              </a:ext>
            </a:extLst>
          </p:cNvPr>
          <p:cNvPicPr>
            <a:picLocks noChangeAspect="1"/>
          </p:cNvPicPr>
          <p:nvPr/>
        </p:nvPicPr>
        <p:blipFill>
          <a:blip r:embed="rId7"/>
          <a:srcRect t="47005" r="9757"/>
          <a:stretch>
            <a:fillRect/>
          </a:stretch>
        </p:blipFill>
        <p:spPr>
          <a:xfrm>
            <a:off x="13003968" y="4173167"/>
            <a:ext cx="12317086" cy="5424907"/>
          </a:xfrm>
          <a:prstGeom prst="rect">
            <a:avLst/>
          </a:prstGeom>
        </p:spPr>
      </p:pic>
      <p:pic>
        <p:nvPicPr>
          <p:cNvPr id="3" name="Picture 2">
            <a:extLst>
              <a:ext uri="{FF2B5EF4-FFF2-40B4-BE49-F238E27FC236}">
                <a16:creationId xmlns:a16="http://schemas.microsoft.com/office/drawing/2014/main" id="{6D965DA3-EFDE-45EB-BD7D-F626F182D08C}"/>
              </a:ext>
            </a:extLst>
          </p:cNvPr>
          <p:cNvPicPr>
            <a:picLocks noChangeAspect="1"/>
          </p:cNvPicPr>
          <p:nvPr/>
        </p:nvPicPr>
        <p:blipFill>
          <a:blip r:embed="rId8"/>
          <a:stretch>
            <a:fillRect/>
          </a:stretch>
        </p:blipFill>
        <p:spPr>
          <a:xfrm>
            <a:off x="1350385" y="29356705"/>
            <a:ext cx="8855572" cy="3254753"/>
          </a:xfrm>
          <a:prstGeom prst="rect">
            <a:avLst/>
          </a:prstGeom>
        </p:spPr>
      </p:pic>
      <p:pic>
        <p:nvPicPr>
          <p:cNvPr id="4" name="Picture 14">
            <a:extLst>
              <a:ext uri="{FF2B5EF4-FFF2-40B4-BE49-F238E27FC236}">
                <a16:creationId xmlns:a16="http://schemas.microsoft.com/office/drawing/2014/main" id="{9340E9F8-F972-7C1B-0475-9869B747FEF2}"/>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35617" y="16125002"/>
            <a:ext cx="9144000"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C838D2ED-1F4F-76DD-EDEB-35D0CDB3C1B9}"/>
              </a:ext>
            </a:extLst>
          </p:cNvPr>
          <p:cNvPicPr>
            <a:picLocks noChangeAspect="1"/>
          </p:cNvPicPr>
          <p:nvPr/>
        </p:nvPicPr>
        <p:blipFill>
          <a:blip r:embed="rId10"/>
          <a:stretch>
            <a:fillRect/>
          </a:stretch>
        </p:blipFill>
        <p:spPr>
          <a:xfrm>
            <a:off x="11862490" y="14880054"/>
            <a:ext cx="11886406" cy="6177288"/>
          </a:xfrm>
          <a:prstGeom prst="rect">
            <a:avLst/>
          </a:prstGeom>
        </p:spPr>
      </p:pic>
    </p:spTree>
    <p:extLst>
      <p:ext uri="{BB962C8B-B14F-4D97-AF65-F5344CB8AC3E}">
        <p14:creationId xmlns:p14="http://schemas.microsoft.com/office/powerpoint/2010/main" val="2828533908"/>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1230</TotalTime>
  <Words>844</Words>
  <Application>Microsoft Macintosh PowerPoint</Application>
  <PresentationFormat>Custom</PresentationFormat>
  <Paragraphs>20</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 Unicode MS</vt:lpstr>
      <vt:lpstr>MS Gothic</vt:lpstr>
      <vt:lpstr>Arial</vt:lpstr>
      <vt:lpstr>Avenir Next</vt:lpstr>
      <vt:lpstr>Calibri</vt:lpstr>
      <vt:lpstr>Calibri Light</vt:lpstr>
      <vt:lpstr>Thème Office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早川 元</dc:creator>
  <cp:lastModifiedBy> </cp:lastModifiedBy>
  <cp:revision>62</cp:revision>
  <cp:lastPrinted>2025-03-23T19:25:47Z</cp:lastPrinted>
  <dcterms:created xsi:type="dcterms:W3CDTF">2022-10-08T00:25:17Z</dcterms:created>
  <dcterms:modified xsi:type="dcterms:W3CDTF">2025-11-04T03:26:56Z</dcterms:modified>
</cp:coreProperties>
</file>